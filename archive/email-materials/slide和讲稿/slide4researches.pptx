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8" r:id="rId5"/>
    <p:sldId id="282" r:id="rId6"/>
    <p:sldId id="262" r:id="rId7"/>
    <p:sldId id="259" r:id="rId8"/>
    <p:sldId id="279" r:id="rId9"/>
    <p:sldId id="276" r:id="rId10"/>
    <p:sldId id="263" r:id="rId11"/>
    <p:sldId id="277" r:id="rId12"/>
    <p:sldId id="260" r:id="rId13"/>
    <p:sldId id="280" r:id="rId14"/>
    <p:sldId id="268" r:id="rId15"/>
    <p:sldId id="269" r:id="rId16"/>
    <p:sldId id="270" r:id="rId17"/>
    <p:sldId id="272" r:id="rId18"/>
    <p:sldId id="271" r:id="rId19"/>
    <p:sldId id="267" r:id="rId20"/>
    <p:sldId id="264" r:id="rId21"/>
    <p:sldId id="261" r:id="rId22"/>
    <p:sldId id="281" r:id="rId23"/>
    <p:sldId id="283" r:id="rId24"/>
    <p:sldId id="284" r:id="rId25"/>
    <p:sldId id="285" r:id="rId26"/>
    <p:sldId id="27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8"/>
    <p:restoredTop sz="94733"/>
  </p:normalViewPr>
  <p:slideViewPr>
    <p:cSldViewPr snapToGrid="0">
      <p:cViewPr varScale="1">
        <p:scale>
          <a:sx n="100" d="100"/>
          <a:sy n="100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7:00:10.007"/>
    </inkml:context>
    <inkml:brush xml:id="br0">
      <inkml:brushProperty name="width" value="0.18521" units="cm"/>
      <inkml:brushProperty name="height" value="0.18521" units="cm"/>
      <inkml:brushProperty name="color" value="#E71224"/>
    </inkml:brush>
  </inkml:definitions>
  <inkml:trace contextRef="#ctx0" brushRef="#br0">1916 831 24575,'-18'82'0,"5"-8"0,-12-12 0,11-6 0,-9-13 0,-2 26 0,-7 16-2166,0-23 1,-6 4 0,-2 3-1,2-1 2166,-3 21 0,1 0 0,-2 0 0,1-15 0,-4 2 0,2-4 0,7-9 924,1 3 1,7-9-925,-10 31 0,5-19 0,11-7 0,-11 5 0,4 20 0,9-23 0,-1 5-70,-2 13 1,-1 3 69,1 10 0,-2-2 0,0-17 0,0-3 0,6 5 0,1-2-388,-1-18 1,0-1 387,1 8 0,2 2 0,0 2 0,-2 5 66,-1 3 1,-3 7 0,1 2-67,1 7 0,0 3 0,0 1 0,3-18 0,-1 1 0,0-1 0,2-3-381,-3 9 1,2-4 0,1-5 380,2 7 0,0-6 398,-2-10 0,1-3-398,6-8 0,0 0 0,-3 2 0,1 4-776,1 28 0,1 7 776,3-30 0,-1 1 0,1 3 0,-1 8 0,0 3 0,1-3 0,-1-7 0,0-3 0,1-4 0,1 6 0,0-5 1604,1 0 0,1-4-1604,3 31 0,-3-38 0,-1-2 1829,3 26-1829,-6-10 0,7 15-104,0-32 0,0 1 104,0 4 0,0 1 0,0-1 0,0-1 3241,0 39-3241,0-25 0,0-1 88,0-11-88,0-15 0,0-7 0,0-14 1170,0-8-1170,0-4 96,0 14-96,-6 7 0,-1 16 0,-6 11 0,1-6 0,-2 6 0,-3 1 0,9-20 0,-7 4 0,14-28 0,-4 5 0,5-9 0,0 22 0,0-8 0,0 16 0,0-6 0,0-7 0,0 5 0,0 2 0,-6 9 0,5-2 0,-5 0 0,6-14 0,0-1 0,0-6 0,0 21 0,0-10 0,-5 18 0,4-16 0,-4 1 0,-2 14 0,6 13 0,-5 0 0,-1 21 0,-1-2 0,-7 0 0,1 6 0,0-11 0,0 3 0,-1 0 0,2-10 0,0-11 0,0-15 0,6-8 0,-2-8 0,7 7 0,-8-4 0,9 12 0,-9-14 0,9 12 0,-3-16 0,-2 16 0,5 4 0,-4-6 0,5 18 0,-5-20 0,3 0 0,-3-9 0,5-6 0,0 0 0,0 21 0,0-15 0,0 21 0,0-20 0,11 14 0,2-6 0,12 12 0,-2-11 0,0-2 0,-5-2 0,2-11 0,-9 0 0,4-7 0,-5-6 0,-1 1 0,1-1 0,-1 1 0,1-1 0,4 6 0,2-4 0,5 9 0,7 4 0,3 6 0,6 8 0,2 7 0,7 2 0,-4 7 0,11 0 0,-3 9 0,-2-7 0,-15-16 0,0 0 0,11 18 0,13 6 0,-25-21 0,-2-7 0,-8-1 0,1-7 0,-1 5 0,0-10 0,0 10 0,0-5 0,1 1 0,-6-2 0,-2-6 0,-5 0 0,0-6 0,0 0 0,0-6 0,0 6 0,19 10 0,6 7 0,19 14 0,-1-11 0,18 20 0,-8-19 0,10 14 0,-7-15 0,-12-3 0,-9-12 0,-11-3 0,-13-7 0,-5 0 0,-1-4 0,-6-2 0,1-4 0,-1 0 0,1 0 0,-1 0 0,1 0 0,-1 0 0,6 0 0,6 0 0,22 0 0,10 0 0,23 0 0,3 0 0,-1 0 0,7 0 0,-7 0 0,1 0 0,-2 0 0,-24 0 0,-4 0 0,-20 0 0,-2 0 0,-11 0 0,-2 0 0,-4 0 0,-1 0 0,6 0 0,-5 0 0,5 0 0,0 0 0,-5 0 0,10 0 0,2 0 0,0 0 0,27 0 0,-23 0 0,16 0 0,-26 0 0,4 0 0,-10 0 0,5 0 0,-5 0 0,10 0 0,4 0 0,4 0 0,5 0 0,-10 0 0,3 0 0,-10 4 0,4-2 0,-9 6 0,21-1 0,-7 3 0,17 2 0,-14-1 0,-1 0 0,-6 0 0,-5-1 0,4 0 0,-9 0 0,3-5 0,-4 0 0,-5-1 0,3 1 0,15 5 0,17 1 0,12 2 0,6 5 0,-15-4 0,-2 3 0,-6-5 0,-7-1 0,-6-5 0,-7 3 0,-6-8 0,-4 7 0,0-3 0,-5 4 0,0-1 0,0 1 0,4-4 0,-3 3 0,7-7 0,-3 7 0,16 3 0,17 2 0,7 10 0,6-4 0,-3 6 0,-12-7 0,6 4 0,-14-9 0,-1 3 0,-6-6 0,-5 0 0,-1 0 0,-10 0 0,3-5 0,-6 4 0,6-8 0,15 8 0,17-1 0,12 4 0,6 1 0,-14-1 0,-3-5 0,-6 3 0,23-2 0,-3-1 0,13-1 0,-17-1 0,-10-3 0,-6 3 0,-7-1 0,-1-2 0,15 8 0,24-1 0,15 11 0,-1-4 0,-13 4 0,-10-1 0,-11-6 0,2 5 0,-19-7 0,-2-4 0,-11-3 0,-2-4 0,-4 0 0,-1 0 0,0 0 0,11 0 0,4 0 0,4 0 0,5 0 0,-10 0 0,-1 0 0,18 0 0,-19 0 0,27 0 0,-25 0 0,4 0 0,-12 0 0,5 0 0,-9 0 0,4 0 0,-6 0 0,-8 0 0,3-9 0,-8 3 0,-12-10 0,9 11 0,-14-1 0,13 6 0,-1 0 0,4-3 0,-3 2 0,7 1 0,1 5 0,5 4 0,10 1 0,-4-1 0,22 11 0,-19-13 0,18 7 0,-21-14 0,3 0 0,7 0 0,17-6 0,10-14 0,18-9 0,-10-11 0,14 3 0,5 0 0,-26 11 0,2 0-578,39-15 1,0 4 577,4 4 0,-18 8 0,-2 1 0,-1 1 0,-9 3 0,0-1-184,7-7 184,7 6 0,-16 2 0,-13 3 0,-20 0 0,-2-5 1144,-11 6-1144,-1-4 195,-6 9-195,-3-4 0,2 5 0,-6 1 0,6-1 0,-3 1 0,5-1 0,0-5 0,0-1 0,5 0 0,1-4 0,11 8 0,2-9 0,5 8 0,8-10 0,1 4 0,7-6 0,30-19 0,-6 6-613,-23 8 1,1-3 612,-1 2 0,-1-1 0,-1-4 0,-1 0-375,-5 4 0,0 0 375,2-5 0,-1 0 0,23-16-234,1-12 234,-7 15 0,-27 12 0,-3 8 1163,-11 8-1163,-9 11 787,3-3-787,-8 9 259,-2-5-259,0 5 0,-3-4 0,3 4 0,-4-4 0,0 0 0,5-1 0,-4 1 0,3-6 0,-4 4 0,4-4 0,-3 6 0,8-6 0,-3-1 0,5-11 0,-1 4 0,1-4 0,0 6 0,-1 5 0,0-4 0,-5 9 0,0-3 0,-5 4 0,0 0 0,0 1 0,0-5 0,0 3 0,0-8 0,0 3 0,0-11 0,0 5 0,0-12 0,0 12 0,-5-5 0,4 5 0,-3 6 0,4-3 0,0 8 0,0-4 0,0-6 0,0 4 0,0-10 0,0-1 0,0 0 0,0-1 0,0 2 0,0 6 0,0 0 0,0 5 0,0-4 0,-6-2 0,5-1 0,-4-4 0,5-7 0,0 4 0,0-12 0,-6 0 0,5-9 0,-5 6 0,6-11 0,0 25 0,0-8 0,-5 16 0,4-17 0,-3 16 0,4-10 0,0 13 0,0-1 0,0 6 0,0 2 0,0-1 0,0-7 0,0-7 0,0-5 0,0-1 0,0-6 0,0-3 0,0-6 0,0 7 0,0-22 0,0 24 0,5-17 0,1 23 0,0 7 0,5-6 0,-6 17 0,6-13 0,-6 18 0,3-7 0,-3 9 0,0-3 0,-1-2 0,-4 0 0,0-4 0,0-3 0,0-1 0,0 1 0,0 7 0,0-2 0,7-28 0,12-6 0,10-25 0,22-4 0,-24 27 0,2-5 0,13-21 0,1-3-949,-6 5 0,0-1 949,2-6 0,-1 3 0,-10 24 0,-1 4-294,-5 3 1,1 2 293,20-39 0,-6 8 0,3 2 0,-2-10 0,3 15 0,-18 25 0,-1-1 0,20-31 0,-16 34 0,0-1 0,2-4 0,0-1 0,0 0 0,0-2 0,5-5 0,-1 1 0,7-28 0,-13 37 0,0 0 0,18-26 0,1-14 0,-18 42 0,-1 1 0,10-34 0,6-6 0,-7 15 0,1-7 0,-10 32 0,-2 1 0,1-22-74,0 22 0,-1 0 74,-1-16 0,10-8 0,-7 8 1823,0 2-1823,-2 14 642,-6 9-642,-2 8 168,-6 11-168,0 1 0,-4 5 0,-2 1 0,-4-12 0,0-9 0,0-6 0,0-39 0,0 25 0,0-35 0,-6 25 0,-7 0 0,4 20 0,-2-6 0,11 22 0,-11-25 0,8-11 0,-23-31 0,22 15-314,-6 19 1,-1 0 313,2-17 0,1-14 0,1 19 0,7 18 0,0 9 0,0-8 0,0-3 0,0 0 0,0-30 0,0 17 0,0-15 0,7-12 64,1 19-64,7-23 0,-1 18 0,0 10 0,-2 18 0,0 9 0,-1 13 0,1-11 0,-6-5 0,0-7 0,-6-33 0,0 28 0,0 7 0,0-2 0,0-22 0,0 22 0,0-2 0,0-36 0,0 2 0,0 11 563,0 17-563,0 9 0,0 15 0,0 9 0,0 11 0,0 1 0,0-5 0,0-11 0,0-20 0,0-18 0,0-30 0,-2 29 0,-1-9 0,0 4-1175,3 0 1,-1-1 1174,-4-6 0,-1-9 0,1 11 0,4 15 0,0 4-300,-3-1 1,0 0 299,4 6 0,0 4 0,0-27 0,0-16 0,0 41 0,-10-13 0,-20 10 0,-6 7 0,-14-22 0,2 10 0,-1 6 0,-1-7 0,-3 9 0,11-1 0,-4 8 0,13-4 2271,-2 19-2271,9-9 677,4 23-677,1-8 0,11 20 0,-5-8 0,5 13 0,5-8 0,-3 8 0,3-7 0,-10 2 0,-1-4 0,-5-1 0,-1 0 0,1 5 0,5-3 0,-4 8 0,10-3 0,-5 4 0,5 0 0,1 0 0,-1 0 0,-5 0 0,-1 0 0,-11 0 0,-2 0 0,-12 0 0,-3 0 0,-14 0 0,-2 6 0,-17 2 0,7 6 0,-7-6 0,9 4 0,8-5 0,2 6 0,8-6 0,-1-2 0,8 0 0,-6-3 0,13 3 0,-13-5 0,13 0 0,0 0 0,9 0 0,6 0 0,0 0 0,5 0 0,2 0 0,4 0 0,1 0 0,0 0 0,-6 0 0,-1 0 0,-5-5 0,-6-1 0,-2-6 0,-5 6 0,-8-5 0,-1 4 0,-1 0 0,3-4 0,-1 10 0,6-4 0,-6 0 0,0 3 0,-1-3 0,-7 5 0,-1 0 0,1 0 0,-8 0 0,-11 0 0,-1 0 0,-7 0 0,9 0 0,0 0 0,0 0 0,8 0 0,-6 0 0,20 0 0,-10-5 0,20-7 0,-6-7 0,7-4 0,-8-14 0,11 5 0,-6 4 0,9 13 0,-16 9 0,-17-2 0,-1 0 0,-20-5 0,28 12 0,0 0 0,-43-5 0,38 5 0,3 2 0,-12-1 0,11 0 0,14 0 0,3 5 0,6 1 0,12 5 0,-3 0 0,15-6 0,-4 4 0,0-3 0,4-1 0,-8 4 0,-3-2 0,-1 3 0,-10 2 0,-3-1 0,0-4 0,-13 4 0,6-4 0,-7 0 0,-1 4 0,1-10 0,0 10 0,-1-9 0,1 9 0,0-10 0,0 5 0,-8 0 0,5-5 0,-13 11 0,6-4 0,-8 5 0,0 1 0,0-1 0,8 0 0,2-5 0,9 2 0,5-3 0,9 0 0,8-2 0,11-1 0,-4-3 0,9 3 0,-4 1 0,1-4 0,-2 3 0,-6 0 0,1-2 0,-6 7 0,-2-7 0,-5 3 0,-1 0 0,1-4 0,-1 4 0,0-5 0,1 5 0,-8-3 0,6 3 0,-13-5 0,-41 0 0,11 0 0,29 0 0,-1 0 0,-32 0 0,12 0 0,-7 0 0,1 0 0,17 0 0,9 0 0,10 0 0,8 0 0,10 0 0,4 0 0,10 0 0,0 0 0,0 4 0,-1-3 0,1 8 0,-1-8 0,0 3 0,-4 0 0,3-2 0,-4 7 0,0-8 0,4 3 0,-3 0 0,4-3 0,-5 8 0,5-8 0,-5 4 0,0-1 0,-7 3 0,0-1 0,-12 4 0,6-4 0,-7 1 0,1 3 0,5-9 0,-4 9 0,10-8 0,-4 7 0,11-8 0,-4 4 0,9-5 0,-3 0 0,4 0 0,0 4 0,-4-3 0,3 4 0,-4-5 0,5 4 0,-5-3 0,5 7 0,-10-7 0,9 8 0,-9-3 0,9 3 0,-4-3 0,6 2 0,3 3 0,2 10 0,0-7 0,-19 1 0,-9-15 0,-33 6 0,18 0 0,-10 1 0,7 4 0,-3-4 0,-15 7 0,8-1 0,2-6 0,14 4 0,3-4 0,12-1 0,2 4 0,11-9 0,1 4 0,6-5 0,0 0 0,4 4 0,-3-3 0,3 3 0,-5-4 0,1 0 0,3 4 0,-2-3 0,3 3 0,-5 1 0,1-4 0,-1 7 0,-4-7 0,3 8 0,-4-4 0,5 4 0,1 1 0,-1-5 0,1 3 0,-1-7 0,5 8 0,-3-8 0,7 3 0,-3-4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82C3-5449-614F-97B0-D731121A25CB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27ACD-343D-954F-9E69-80195DA6D5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828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0DF5-F6BA-8CCD-8851-0C26CD3E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983BFF-2E65-C567-EAF4-51443885D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08FD81-0AED-2603-C2E3-56E87E679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6B665-423E-301D-77D8-5DD7775FC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27ACD-343D-954F-9E69-80195DA6D53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708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27ACD-343D-954F-9E69-80195DA6D53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630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27ACD-343D-954F-9E69-80195DA6D53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1181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79999-46DC-53F7-E0D9-836CFDF67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1BA048-D69C-71A3-8BCD-3E2A35F0C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BA731A-DEEF-9C46-13D5-41DA505C1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CE32B-8677-F92C-A6D3-ACE0996A7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27ACD-343D-954F-9E69-80195DA6D53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817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A7A4-73AE-FC8A-638E-8BFDC742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07CD25-7374-CD67-BEBB-15733E590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EF69-5C18-FC37-14F4-D82990D98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F6A201-16C1-B8CD-922D-B3B34B066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27ACD-343D-954F-9E69-80195DA6D53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737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6EE78-741C-2D4A-2010-4C13B8D88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8BDD4A-E1E2-664F-94E8-F8E328D33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B3B48-8A2C-ABD6-5078-0AEBCF17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0DF98-89DC-5974-E377-86A85BE0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C0C07-DF23-920A-18C9-6FFF6349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006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CD8F8-CF89-2C59-E9E4-3727CAFF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83429-4E8A-CF1F-3BF0-B16D248F6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7E96BA-A7A0-BB25-8E0C-1C06CDDC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7BE8B4-4CCE-56DB-0CA5-AD4B3A97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777AF1-884F-8D1F-B268-375762EA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033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9601D-BB21-7437-8748-2676F8E5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0AC607-1635-9BEB-3FDA-8916F1B6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871109-63A2-AF60-B83B-BEFA2470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403D63-7F28-E49A-FC8E-A7F4CFF9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BFEEF3-BDA0-FDC6-997D-D81E5164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186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323B4-FB77-6DE9-0B4F-AF7588A0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2EB7C4-5DC5-F81F-A5C9-082C89015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4A6319-93CE-3259-08D5-877E56B66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4AC8F-0BC5-18D2-9E61-948E35A4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CF1303-4807-8F54-168D-9BA95C59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854C61-873E-2BAB-6A99-7BACEB6C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53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13AAB-2F15-E628-1F60-2FE0DFFB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ADEC4B-9489-655C-C344-377FCEFA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F77BA4-4055-8BD7-EE69-AB7A1A5EC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0E8A28-67A2-3A45-7555-9C21CD6FB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0A1002-BC2B-9E94-C133-70724DE62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81B764-E4B0-84B7-C7EC-82DD5603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6846C1-E909-A7CA-E93A-94FB5025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B2582F-4BFD-1BD6-9AB1-CADCF54E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607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5B12D-1653-16C5-4BAA-6BE4AFF2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C70360-5AEA-D601-58E4-F711B49C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5134C6-5C19-A1EB-E154-8F317D32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FC2FDF-74B3-BF8F-7762-5337D63E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93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22F2D-A2D1-102B-100F-8AE30FA8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6B1FC1-CFBE-0007-AAF8-431A48DE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660BB6-CADB-2A38-9AC2-E85D6658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7972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758D2-120D-2FA1-901C-0ACEB64D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DFD75-6575-B2BE-4195-D0D0FD672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FF079D-AAD2-7245-B2CC-2C20196E4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D6810B-D174-D184-D887-74AD0459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FF8B6-76B7-24CA-EF71-2242D2EA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E96742-312E-970E-7AC1-EFFC7459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935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9BC50-93A9-9CCE-9D7D-7401BA6F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1914D0-38F4-BA0A-7A6D-1A4971657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A4581A-F816-8233-6B57-4366A798B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0591AC-4CDE-147D-E217-3933EEE3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DFB3D9-8BA2-D11A-9C00-0837F381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5679ED-BF6F-8A6B-8A09-EA494054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097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12F49-427D-9AB1-DC65-C48B19E2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EF3CE3-34BF-C5B3-0DCB-8976BCAA2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4003D-DD2F-D111-3841-9EC49DC5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8BAE-EEB1-36FB-8830-792D398A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EBF01-8063-EA53-9169-81BB3A82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151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60FEC6-4C96-FF61-31C6-F5B2EA3EE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D4EE8B-8CE6-E8EF-78CF-373AA52E9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5F42DB-2ADE-1EE9-B13D-860D5F8B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C442D-5052-EDF0-1E7F-F8E4A466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694E8A-F3E5-7B1E-239D-4DCE6E2A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43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C38B25-F935-FCCC-2B74-CAFFD509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1C831-D822-59AC-228C-0D5657B70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8209D-F62C-AABE-13B4-5DCC48BAB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BEA52-364F-6947-BD11-A4F55261C187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C94DE-BE0E-218F-CDB9-329ABE4AC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C671B-9615-0F4C-7C16-0A1FB5531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2C675-119F-8F49-A69B-4AF0AC9302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279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DEFAB-1E2E-C181-6A19-9D3891B7D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Zhizheng's</a:t>
            </a:r>
            <a:r>
              <a:rPr kumimoji="1" lang="en-US" altLang="zh-C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experience</a:t>
            </a:r>
            <a:endParaRPr kumimoji="1" lang="zh-CN" altLang="en-US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224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C600-DD3D-D09B-EEB0-1212DB19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CC71B8D5-BF2E-7F2B-44AE-428F5635125C}"/>
              </a:ext>
            </a:extLst>
          </p:cNvPr>
          <p:cNvSpPr/>
          <p:nvPr/>
        </p:nvSpPr>
        <p:spPr>
          <a:xfrm>
            <a:off x="2234003" y="1712306"/>
            <a:ext cx="7723991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" action="ppaction://hlinkshowjump?jump=nextslide"/>
              </a:rPr>
              <a:t>Development &amp; Data Analysis of a Resistive Plate Counter (RPC)</a:t>
            </a:r>
            <a:r>
              <a:rPr kumimoji="1"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" action="ppaction://hlinkshowjump?jump=nextslide"/>
              </a:rPr>
              <a:t> 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8F7B646-1022-EA58-650A-7B9AC029E795}"/>
              </a:ext>
            </a:extLst>
          </p:cNvPr>
          <p:cNvSpPr/>
          <p:nvPr/>
        </p:nvSpPr>
        <p:spPr>
          <a:xfrm>
            <a:off x="4781325" y="641023"/>
            <a:ext cx="2629349" cy="4410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Table of contents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F4C78C4-523A-FA43-D3BF-AFA4E0DB6CFB}"/>
              </a:ext>
            </a:extLst>
          </p:cNvPr>
          <p:cNvSpPr/>
          <p:nvPr/>
        </p:nvSpPr>
        <p:spPr>
          <a:xfrm>
            <a:off x="2234002" y="2783589"/>
            <a:ext cx="7723991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 action="ppaction://hlinksldjump"/>
              </a:rPr>
              <a:t>Chain-of-Thought Reasoning for Advanced Image Generation</a:t>
            </a:r>
            <a:endParaRPr lang="en-US" altLang="zh-C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CB2FA1A-2EDF-F3CB-52C7-A69DF2B29913}"/>
              </a:ext>
            </a:extLst>
          </p:cNvPr>
          <p:cNvSpPr/>
          <p:nvPr/>
        </p:nvSpPr>
        <p:spPr>
          <a:xfrm>
            <a:off x="2234005" y="3854872"/>
            <a:ext cx="7723991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 action="ppaction://hlinksldjump"/>
              </a:rPr>
              <a:t>GRPO Optimization under Sampling–Reward Distribution Mismatch</a:t>
            </a:r>
            <a:endParaRPr lang="en-US" altLang="zh-C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7A58DF2-F6DD-B202-4C39-B70DF26FFD66}"/>
              </a:ext>
            </a:extLst>
          </p:cNvPr>
          <p:cNvSpPr/>
          <p:nvPr/>
        </p:nvSpPr>
        <p:spPr>
          <a:xfrm>
            <a:off x="2234002" y="4926155"/>
            <a:ext cx="7723991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 action="ppaction://hlinksldjump"/>
              </a:rPr>
              <a:t>Improving Crystal Structure Prediction via Niggli Reduction</a:t>
            </a:r>
            <a:r>
              <a:rPr lang="zh-CN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 action="ppaction://hlinksldjump"/>
              </a:rPr>
              <a:t> </a:t>
            </a:r>
            <a:endParaRPr lang="en-US" altLang="zh-C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2614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AEB7-F413-D227-8C03-6B2E7E25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2A0770E4-3525-4260-9D37-A44389D6ECFF}"/>
              </a:ext>
            </a:extLst>
          </p:cNvPr>
          <p:cNvSpPr/>
          <p:nvPr/>
        </p:nvSpPr>
        <p:spPr>
          <a:xfrm>
            <a:off x="2234004" y="2987936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Development &amp; Data Analysis of a Resistive Plate Counter (RPC)</a:t>
            </a:r>
            <a:r>
              <a:rPr kumimoji="1"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625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79F9-7D02-429B-ACB1-20E253D7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E77BE11B-1B29-8F84-01FC-2ADF2664313F}"/>
              </a:ext>
            </a:extLst>
          </p:cNvPr>
          <p:cNvSpPr/>
          <p:nvPr/>
        </p:nvSpPr>
        <p:spPr>
          <a:xfrm>
            <a:off x="2234004" y="-13252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Development &amp; Data Analysis of a Resistive Plate Counter (RPC)</a:t>
            </a:r>
            <a:r>
              <a:rPr kumimoji="1"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F1CBB1-3607-EBEA-76C3-7610233A7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72" y="427812"/>
            <a:ext cx="11485455" cy="64301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A56E980A-DBAC-7858-30F6-E11EEC5A5233}"/>
                  </a:ext>
                </a:extLst>
              </p14:cNvPr>
              <p14:cNvContentPartPr/>
              <p14:nvPr/>
            </p14:nvContentPartPr>
            <p14:xfrm>
              <a:off x="7723821" y="1832833"/>
              <a:ext cx="3792240" cy="46944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211D7B2-E8E4-60E8-0504-0A658AD35C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0701" y="1799713"/>
                <a:ext cx="3858480" cy="47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19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A5F3-0F8E-0FC2-E64D-EE6C98BA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6A1F18F0-41A8-E430-86F6-6CE6499C2A05}"/>
              </a:ext>
            </a:extLst>
          </p:cNvPr>
          <p:cNvSpPr/>
          <p:nvPr/>
        </p:nvSpPr>
        <p:spPr>
          <a:xfrm>
            <a:off x="2234004" y="-13252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Development &amp; Data Analysis of a Resistive Plate Counter (RPC)</a:t>
            </a:r>
            <a:r>
              <a:rPr kumimoji="1"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BDA829-C344-458D-FCEC-7746B985086F}"/>
              </a:ext>
            </a:extLst>
          </p:cNvPr>
          <p:cNvSpPr/>
          <p:nvPr/>
        </p:nvSpPr>
        <p:spPr>
          <a:xfrm>
            <a:off x="2889729" y="2934222"/>
            <a:ext cx="1448648" cy="9895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0272F38D-B6BE-A1CC-26C6-65FC63FA6821}"/>
              </a:ext>
            </a:extLst>
          </p:cNvPr>
          <p:cNvCxnSpPr/>
          <p:nvPr/>
        </p:nvCxnSpPr>
        <p:spPr>
          <a:xfrm>
            <a:off x="2234004" y="1556359"/>
            <a:ext cx="1453020" cy="180374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431F5A4-3A44-A408-DE8C-24A93AF56A46}"/>
              </a:ext>
            </a:extLst>
          </p:cNvPr>
          <p:cNvCxnSpPr>
            <a:cxnSpLocks/>
          </p:cNvCxnSpPr>
          <p:nvPr/>
        </p:nvCxnSpPr>
        <p:spPr>
          <a:xfrm flipH="1">
            <a:off x="2998092" y="3360107"/>
            <a:ext cx="688932" cy="192900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8625C40-BEAC-5B1D-D6A6-879B0089BF9E}"/>
              </a:ext>
            </a:extLst>
          </p:cNvPr>
          <p:cNvSpPr/>
          <p:nvPr/>
        </p:nvSpPr>
        <p:spPr>
          <a:xfrm>
            <a:off x="8287264" y="2865329"/>
            <a:ext cx="1448648" cy="9895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E188D03-AF99-3348-04B7-A491826911E3}"/>
              </a:ext>
            </a:extLst>
          </p:cNvPr>
          <p:cNvSpPr/>
          <p:nvPr/>
        </p:nvSpPr>
        <p:spPr>
          <a:xfrm>
            <a:off x="3650538" y="3340371"/>
            <a:ext cx="72971" cy="729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DB419ECA-0CC6-3BDA-BEA2-DF0DF6D8E7FB}"/>
              </a:ext>
            </a:extLst>
          </p:cNvPr>
          <p:cNvSpPr/>
          <p:nvPr/>
        </p:nvSpPr>
        <p:spPr>
          <a:xfrm>
            <a:off x="7635911" y="1535715"/>
            <a:ext cx="1353485" cy="3755255"/>
          </a:xfrm>
          <a:custGeom>
            <a:avLst/>
            <a:gdLst>
              <a:gd name="connsiteX0" fmla="*/ 0 w 1353485"/>
              <a:gd name="connsiteY0" fmla="*/ 0 h 3755255"/>
              <a:gd name="connsiteX1" fmla="*/ 1331650 w 1353485"/>
              <a:gd name="connsiteY1" fmla="*/ 1757779 h 3755255"/>
              <a:gd name="connsiteX2" fmla="*/ 834500 w 1353485"/>
              <a:gd name="connsiteY2" fmla="*/ 3755255 h 3755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3485" h="3755255">
                <a:moveTo>
                  <a:pt x="0" y="0"/>
                </a:moveTo>
                <a:cubicBezTo>
                  <a:pt x="596283" y="565951"/>
                  <a:pt x="1192567" y="1131903"/>
                  <a:pt x="1331650" y="1757779"/>
                </a:cubicBezTo>
                <a:cubicBezTo>
                  <a:pt x="1470733" y="2383655"/>
                  <a:pt x="902562" y="3400148"/>
                  <a:pt x="834500" y="3755255"/>
                </a:cubicBezTo>
              </a:path>
            </a:pathLst>
          </a:cu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3575DE6-8F63-DD65-9993-65AFCEFC5083}"/>
              </a:ext>
            </a:extLst>
          </p:cNvPr>
          <p:cNvSpPr/>
          <p:nvPr/>
        </p:nvSpPr>
        <p:spPr>
          <a:xfrm>
            <a:off x="2610154" y="5715000"/>
            <a:ext cx="2007797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Algorithm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5317499-4756-17BF-E29B-0A1958CCA412}"/>
              </a:ext>
            </a:extLst>
          </p:cNvPr>
          <p:cNvSpPr/>
          <p:nvPr/>
        </p:nvSpPr>
        <p:spPr>
          <a:xfrm>
            <a:off x="8008675" y="5715000"/>
            <a:ext cx="2007797" cy="441064"/>
          </a:xfrm>
          <a:prstGeom prst="round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</a:t>
            </a:r>
            <a:r>
              <a:rPr kumimoji="1"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world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692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6C72-82FC-AD94-3802-01A88B9F0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0D3417C8-A6E2-A1BA-4DAD-78E0236D33C9}"/>
              </a:ext>
            </a:extLst>
          </p:cNvPr>
          <p:cNvSpPr/>
          <p:nvPr/>
        </p:nvSpPr>
        <p:spPr>
          <a:xfrm>
            <a:off x="2234004" y="-13252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Development &amp; Data Analysis of a Resistive Plate Counter (RPC)</a:t>
            </a:r>
            <a:r>
              <a:rPr kumimoji="1"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D5BBFB-E78E-21EC-B225-51F4AFF92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46" y="1005601"/>
            <a:ext cx="5105676" cy="508533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84065BB-E3AA-CB65-F7C6-3D4B687CD478}"/>
              </a:ext>
            </a:extLst>
          </p:cNvPr>
          <p:cNvSpPr/>
          <p:nvPr/>
        </p:nvSpPr>
        <p:spPr>
          <a:xfrm>
            <a:off x="6838752" y="2252870"/>
            <a:ext cx="4793268" cy="132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578293-C300-42A5-035E-EC2C834D991D}"/>
              </a:ext>
            </a:extLst>
          </p:cNvPr>
          <p:cNvSpPr/>
          <p:nvPr/>
        </p:nvSpPr>
        <p:spPr>
          <a:xfrm>
            <a:off x="6838750" y="4406349"/>
            <a:ext cx="4793269" cy="132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A5A05A-8647-E37E-6E75-90FEE50A60E0}"/>
              </a:ext>
            </a:extLst>
          </p:cNvPr>
          <p:cNvSpPr/>
          <p:nvPr/>
        </p:nvSpPr>
        <p:spPr>
          <a:xfrm>
            <a:off x="10290840" y="2385391"/>
            <a:ext cx="1208658" cy="7379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inert gas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inside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451F2E-EA7E-0CB7-9D1C-30C4B4810007}"/>
              </a:ext>
            </a:extLst>
          </p:cNvPr>
          <p:cNvSpPr/>
          <p:nvPr/>
        </p:nvSpPr>
        <p:spPr>
          <a:xfrm rot="5400000">
            <a:off x="5762012" y="3329610"/>
            <a:ext cx="2286000" cy="132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F0BDD4-16CA-492B-54A4-98468E0EF24A}"/>
              </a:ext>
            </a:extLst>
          </p:cNvPr>
          <p:cNvSpPr/>
          <p:nvPr/>
        </p:nvSpPr>
        <p:spPr>
          <a:xfrm rot="5400000">
            <a:off x="10422759" y="3329610"/>
            <a:ext cx="2286000" cy="132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CC8F76B-A174-FAA6-C524-24C154E3C561}"/>
              </a:ext>
            </a:extLst>
          </p:cNvPr>
          <p:cNvSpPr/>
          <p:nvPr/>
        </p:nvSpPr>
        <p:spPr>
          <a:xfrm>
            <a:off x="7422398" y="3026878"/>
            <a:ext cx="1208658" cy="7379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 Voltage Difference</a:t>
            </a:r>
            <a:endParaRPr kumimoji="1" lang="zh-CN" altLang="en-US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BE21393-FFD7-8638-BCA1-BE33EB6B5CA3}"/>
              </a:ext>
            </a:extLst>
          </p:cNvPr>
          <p:cNvCxnSpPr>
            <a:cxnSpLocks/>
          </p:cNvCxnSpPr>
          <p:nvPr/>
        </p:nvCxnSpPr>
        <p:spPr>
          <a:xfrm>
            <a:off x="7387628" y="2385391"/>
            <a:ext cx="0" cy="2020958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34A0205A-9916-A93B-B92F-4F4F71C64807}"/>
              </a:ext>
            </a:extLst>
          </p:cNvPr>
          <p:cNvCxnSpPr>
            <a:cxnSpLocks/>
          </p:cNvCxnSpPr>
          <p:nvPr/>
        </p:nvCxnSpPr>
        <p:spPr>
          <a:xfrm>
            <a:off x="4734962" y="3123375"/>
            <a:ext cx="1910282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73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E160-2D2C-DE49-E7B6-73CC2B33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8CD87829-A1C5-7475-DD57-1EC85FF09FAC}"/>
              </a:ext>
            </a:extLst>
          </p:cNvPr>
          <p:cNvSpPr/>
          <p:nvPr/>
        </p:nvSpPr>
        <p:spPr>
          <a:xfrm>
            <a:off x="2234004" y="2987936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Chain-of-Thought Reasoning for Advanced Image Generation</a:t>
            </a:r>
          </a:p>
        </p:txBody>
      </p:sp>
    </p:spTree>
    <p:extLst>
      <p:ext uri="{BB962C8B-B14F-4D97-AF65-F5344CB8AC3E}">
        <p14:creationId xmlns:p14="http://schemas.microsoft.com/office/powerpoint/2010/main" val="101344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3BB0-2E87-797F-C510-DFEF52F2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95C9EDC8-FDDB-58E9-1000-BF607A18B04C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Chain-of-Thought Reasoning for Advanced Image Generation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118F33A-2142-F5C2-169C-5991485C79FB}"/>
              </a:ext>
            </a:extLst>
          </p:cNvPr>
          <p:cNvSpPr/>
          <p:nvPr/>
        </p:nvSpPr>
        <p:spPr>
          <a:xfrm>
            <a:off x="1411224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1E7AED1-3E22-3390-1C24-0FEEAF1D85F3}"/>
              </a:ext>
            </a:extLst>
          </p:cNvPr>
          <p:cNvSpPr/>
          <p:nvPr/>
        </p:nvSpPr>
        <p:spPr>
          <a:xfrm>
            <a:off x="2131224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BA4CB03-3673-CA9C-640A-CA91155A5851}"/>
              </a:ext>
            </a:extLst>
          </p:cNvPr>
          <p:cNvSpPr/>
          <p:nvPr/>
        </p:nvSpPr>
        <p:spPr>
          <a:xfrm>
            <a:off x="1407505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B19E32A-0E31-B561-A29A-2E35E838AE52}"/>
              </a:ext>
            </a:extLst>
          </p:cNvPr>
          <p:cNvSpPr/>
          <p:nvPr/>
        </p:nvSpPr>
        <p:spPr>
          <a:xfrm>
            <a:off x="2123786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885EEDF-5C60-DA5D-3DFA-CC1C2B0BC3B2}"/>
              </a:ext>
            </a:extLst>
          </p:cNvPr>
          <p:cNvCxnSpPr/>
          <p:nvPr/>
        </p:nvCxnSpPr>
        <p:spPr>
          <a:xfrm>
            <a:off x="4028803" y="3429000"/>
            <a:ext cx="1487424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A09C3B76-1FA7-2828-E611-4B48297B6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55" y="1294694"/>
            <a:ext cx="6210300" cy="571500"/>
          </a:xfrm>
          <a:prstGeom prst="rect">
            <a:avLst/>
          </a:prstGeom>
        </p:spPr>
      </p:pic>
      <p:sp>
        <p:nvSpPr>
          <p:cNvPr id="22" name="圆角矩形 21">
            <a:extLst>
              <a:ext uri="{FF2B5EF4-FFF2-40B4-BE49-F238E27FC236}">
                <a16:creationId xmlns:a16="http://schemas.microsoft.com/office/drawing/2014/main" id="{0B774B7E-EFA4-CDFD-825C-EEA02D9B8B70}"/>
              </a:ext>
            </a:extLst>
          </p:cNvPr>
          <p:cNvSpPr/>
          <p:nvPr/>
        </p:nvSpPr>
        <p:spPr>
          <a:xfrm>
            <a:off x="2856603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954D72D-98CC-02DA-9113-F23443C2BDE2}"/>
              </a:ext>
            </a:extLst>
          </p:cNvPr>
          <p:cNvSpPr/>
          <p:nvPr/>
        </p:nvSpPr>
        <p:spPr>
          <a:xfrm>
            <a:off x="2847505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00784C5-E1F4-4901-35FD-A55FA3AEA9E6}"/>
              </a:ext>
            </a:extLst>
          </p:cNvPr>
          <p:cNvSpPr/>
          <p:nvPr/>
        </p:nvSpPr>
        <p:spPr>
          <a:xfrm>
            <a:off x="1407505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7FE7DEB-52B1-847B-5110-C13C7DC0930E}"/>
              </a:ext>
            </a:extLst>
          </p:cNvPr>
          <p:cNvSpPr/>
          <p:nvPr/>
        </p:nvSpPr>
        <p:spPr>
          <a:xfrm>
            <a:off x="2123786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BF7D345-41C1-9715-47D7-76EDAE126F10}"/>
              </a:ext>
            </a:extLst>
          </p:cNvPr>
          <p:cNvSpPr/>
          <p:nvPr/>
        </p:nvSpPr>
        <p:spPr>
          <a:xfrm>
            <a:off x="2845646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EC54ADD-A5EB-DDD3-13E3-06021CB8192F}"/>
              </a:ext>
            </a:extLst>
          </p:cNvPr>
          <p:cNvSpPr/>
          <p:nvPr/>
        </p:nvSpPr>
        <p:spPr>
          <a:xfrm>
            <a:off x="5858038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F0AAB2A5-C782-8BFF-1FD9-FF1EB960B63A}"/>
              </a:ext>
            </a:extLst>
          </p:cNvPr>
          <p:cNvSpPr/>
          <p:nvPr/>
        </p:nvSpPr>
        <p:spPr>
          <a:xfrm>
            <a:off x="6578038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BDAEA080-7716-77B3-D257-313724AB34B0}"/>
              </a:ext>
            </a:extLst>
          </p:cNvPr>
          <p:cNvSpPr/>
          <p:nvPr/>
        </p:nvSpPr>
        <p:spPr>
          <a:xfrm>
            <a:off x="5854319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2C17CB5-B371-30BF-3CDD-A6AA618A6A2A}"/>
              </a:ext>
            </a:extLst>
          </p:cNvPr>
          <p:cNvSpPr/>
          <p:nvPr/>
        </p:nvSpPr>
        <p:spPr>
          <a:xfrm>
            <a:off x="6570600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8DE5D95-E04D-1636-0377-8A4996E97F6B}"/>
              </a:ext>
            </a:extLst>
          </p:cNvPr>
          <p:cNvSpPr/>
          <p:nvPr/>
        </p:nvSpPr>
        <p:spPr>
          <a:xfrm>
            <a:off x="7303417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510C179-7A24-9059-CC86-6474E3A31799}"/>
              </a:ext>
            </a:extLst>
          </p:cNvPr>
          <p:cNvSpPr/>
          <p:nvPr/>
        </p:nvSpPr>
        <p:spPr>
          <a:xfrm>
            <a:off x="7303417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AB05AEC-030C-B7DF-FEF5-91A94798D96C}"/>
              </a:ext>
            </a:extLst>
          </p:cNvPr>
          <p:cNvSpPr/>
          <p:nvPr/>
        </p:nvSpPr>
        <p:spPr>
          <a:xfrm>
            <a:off x="5854319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C19B367-CE0B-F505-CEDF-83AAC235395D}"/>
              </a:ext>
            </a:extLst>
          </p:cNvPr>
          <p:cNvSpPr/>
          <p:nvPr/>
        </p:nvSpPr>
        <p:spPr>
          <a:xfrm>
            <a:off x="6570600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07A70C21-7378-17DA-B3F2-AE743F39253A}"/>
              </a:ext>
            </a:extLst>
          </p:cNvPr>
          <p:cNvSpPr/>
          <p:nvPr/>
        </p:nvSpPr>
        <p:spPr>
          <a:xfrm>
            <a:off x="7303417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12C7FAC-8250-988A-B7A7-9F47E4E4AABF}"/>
              </a:ext>
            </a:extLst>
          </p:cNvPr>
          <p:cNvSpPr/>
          <p:nvPr/>
        </p:nvSpPr>
        <p:spPr>
          <a:xfrm>
            <a:off x="9145524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2C7D2E00-428B-A36B-773E-973A053332B6}"/>
              </a:ext>
            </a:extLst>
          </p:cNvPr>
          <p:cNvSpPr/>
          <p:nvPr/>
        </p:nvSpPr>
        <p:spPr>
          <a:xfrm>
            <a:off x="9865524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C4C11B5-0468-8012-1F60-EF1D71873ED3}"/>
              </a:ext>
            </a:extLst>
          </p:cNvPr>
          <p:cNvSpPr/>
          <p:nvPr/>
        </p:nvSpPr>
        <p:spPr>
          <a:xfrm>
            <a:off x="9141805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1ACFA31-598B-A971-6C87-3B9D30E4EB73}"/>
              </a:ext>
            </a:extLst>
          </p:cNvPr>
          <p:cNvSpPr/>
          <p:nvPr/>
        </p:nvSpPr>
        <p:spPr>
          <a:xfrm>
            <a:off x="9858086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0876D69-44E8-69FE-2187-806090689D04}"/>
              </a:ext>
            </a:extLst>
          </p:cNvPr>
          <p:cNvSpPr/>
          <p:nvPr/>
        </p:nvSpPr>
        <p:spPr>
          <a:xfrm>
            <a:off x="10598341" y="242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1A1E0D6-10C6-BB52-9375-82CBD67A499A}"/>
              </a:ext>
            </a:extLst>
          </p:cNvPr>
          <p:cNvSpPr/>
          <p:nvPr/>
        </p:nvSpPr>
        <p:spPr>
          <a:xfrm>
            <a:off x="10590903" y="314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2F6C0E6B-5238-5573-B759-7EFDE8594645}"/>
              </a:ext>
            </a:extLst>
          </p:cNvPr>
          <p:cNvSpPr/>
          <p:nvPr/>
        </p:nvSpPr>
        <p:spPr>
          <a:xfrm>
            <a:off x="9141805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0D69F4D-A179-7BDC-E977-2C3210966E2F}"/>
              </a:ext>
            </a:extLst>
          </p:cNvPr>
          <p:cNvSpPr/>
          <p:nvPr/>
        </p:nvSpPr>
        <p:spPr>
          <a:xfrm>
            <a:off x="9858086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  <a:endParaRPr kumimoji="1" lang="zh-CN" altLang="en-US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7297E60-79BB-8364-5D4F-1FF7EDEB1216}"/>
              </a:ext>
            </a:extLst>
          </p:cNvPr>
          <p:cNvSpPr/>
          <p:nvPr/>
        </p:nvSpPr>
        <p:spPr>
          <a:xfrm>
            <a:off x="10590903" y="3862824"/>
            <a:ext cx="720000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MASK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B5CA629D-6832-1350-E607-48898C61E3DA}"/>
              </a:ext>
            </a:extLst>
          </p:cNvPr>
          <p:cNvCxnSpPr>
            <a:cxnSpLocks/>
          </p:cNvCxnSpPr>
          <p:nvPr/>
        </p:nvCxnSpPr>
        <p:spPr>
          <a:xfrm>
            <a:off x="8204200" y="3477986"/>
            <a:ext cx="719667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58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276D-D59B-C2CA-4A99-131069CD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4FE97B6D-C71C-1E20-9E7F-78C0930E471D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Chain-of-Thought Reasoning for Advanced Image Generation</a:t>
            </a:r>
          </a:p>
        </p:txBody>
      </p:sp>
      <p:pic>
        <p:nvPicPr>
          <p:cNvPr id="8" name="图形 7" descr="机器人 纯色填充">
            <a:extLst>
              <a:ext uri="{FF2B5EF4-FFF2-40B4-BE49-F238E27FC236}">
                <a16:creationId xmlns:a16="http://schemas.microsoft.com/office/drawing/2014/main" id="{A9B314BD-7C37-812A-CEE3-812B093C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4798" y="1628669"/>
            <a:ext cx="1422401" cy="1422401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1BCA8D64-892A-7D2A-84CF-06F557B8F3AD}"/>
              </a:ext>
            </a:extLst>
          </p:cNvPr>
          <p:cNvSpPr/>
          <p:nvPr/>
        </p:nvSpPr>
        <p:spPr>
          <a:xfrm>
            <a:off x="2127503" y="3322122"/>
            <a:ext cx="939973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D44CBEB-40D2-19FD-D213-5D9355278532}"/>
              </a:ext>
            </a:extLst>
          </p:cNvPr>
          <p:cNvSpPr/>
          <p:nvPr/>
        </p:nvSpPr>
        <p:spPr>
          <a:xfrm>
            <a:off x="2127504" y="2602122"/>
            <a:ext cx="939973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prompt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BDADC7A-727A-AE0E-9473-07CF2B2AD087}"/>
              </a:ext>
            </a:extLst>
          </p:cNvPr>
          <p:cNvCxnSpPr>
            <a:cxnSpLocks/>
          </p:cNvCxnSpPr>
          <p:nvPr/>
        </p:nvCxnSpPr>
        <p:spPr>
          <a:xfrm>
            <a:off x="3864077" y="3322122"/>
            <a:ext cx="4527755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DE8AC010-0A3E-7D93-F21A-7EE9FA2434F2}"/>
                  </a:ext>
                </a:extLst>
              </p:cNvPr>
              <p:cNvSpPr/>
              <p:nvPr/>
            </p:nvSpPr>
            <p:spPr>
              <a:xfrm>
                <a:off x="8932001" y="2556031"/>
                <a:ext cx="2051988" cy="153613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Matching score</a:t>
                </a:r>
              </a:p>
              <a:p>
                <a:pPr algn="ctr"/>
                <a:r>
                  <a:rPr kumimoji="1" lang="en-US" altLang="zh-CN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=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“</m:t>
                          </m:r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𝑦𝑒𝑠</m:t>
                          </m:r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”</m:t>
                          </m:r>
                        </m:e>
                      </m:d>
                      <m:r>
                        <a:rPr kumimoji="1" lang="en-US" altLang="zh-CN" sz="1400" b="0" i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1400" b="0" i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“</m:t>
                          </m:r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kumimoji="1" lang="en-US" altLang="zh-CN" sz="1400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”</m:t>
                          </m:r>
                        </m:e>
                      </m:d>
                    </m:oMath>
                  </m:oMathPara>
                </a14:m>
                <a:endParaRPr kumimoji="1" lang="en-US" altLang="zh-CN" sz="1400" b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DE8AC010-0A3E-7D93-F21A-7EE9FA243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001" y="2556031"/>
                <a:ext cx="2051988" cy="153613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3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DEBA-377E-F65F-8616-EA83FBA7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499D87A-5873-04CA-4F74-1E1535CE30A0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Chain-of-Thought Reasoning for Advanced Image Generation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1CD8C9-5E58-D9CF-3724-65469B2C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62" y="441064"/>
            <a:ext cx="9858276" cy="64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5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A49A-D90D-A6CB-6F4D-3640416E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DFDAAE11-D7DA-48A4-76BB-AB994B1EB819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Chain-of-Thought Reasoning for Advanced Image Generation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CB37F1-9A50-4217-D60F-C04696E6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7" y="588723"/>
            <a:ext cx="11894526" cy="595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6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B292-985A-B240-08A9-7A2DD11D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0BBC3504-3EB1-F772-FF25-E1A3992DB6C5}"/>
              </a:ext>
            </a:extLst>
          </p:cNvPr>
          <p:cNvSpPr/>
          <p:nvPr/>
        </p:nvSpPr>
        <p:spPr>
          <a:xfrm>
            <a:off x="2234004" y="2987936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</p:spTree>
    <p:extLst>
      <p:ext uri="{BB962C8B-B14F-4D97-AF65-F5344CB8AC3E}">
        <p14:creationId xmlns:p14="http://schemas.microsoft.com/office/powerpoint/2010/main" val="112596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1845-453A-ECB4-B038-B507C4FD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4F5C71D1-E8CB-9E68-19DD-1286430CA4B7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EE1A345E-D480-26A4-9F72-8710C48275AC}"/>
              </a:ext>
            </a:extLst>
          </p:cNvPr>
          <p:cNvSpPr/>
          <p:nvPr/>
        </p:nvSpPr>
        <p:spPr>
          <a:xfrm>
            <a:off x="2139322" y="2860595"/>
            <a:ext cx="1986237" cy="1566889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2EC75198-7922-95DF-B4CA-3B69B4DE347C}"/>
              </a:ext>
            </a:extLst>
          </p:cNvPr>
          <p:cNvCxnSpPr>
            <a:cxnSpLocks/>
          </p:cNvCxnSpPr>
          <p:nvPr/>
        </p:nvCxnSpPr>
        <p:spPr>
          <a:xfrm>
            <a:off x="2089544" y="4427484"/>
            <a:ext cx="357425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22507660-B33D-8C44-0FA1-70B8EB90D462}"/>
              </a:ext>
            </a:extLst>
          </p:cNvPr>
          <p:cNvCxnSpPr>
            <a:cxnSpLocks/>
          </p:cNvCxnSpPr>
          <p:nvPr/>
        </p:nvCxnSpPr>
        <p:spPr>
          <a:xfrm flipV="1">
            <a:off x="2089544" y="2187696"/>
            <a:ext cx="0" cy="223978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0FC81D9-E141-B7F2-87DD-A64E01990274}"/>
              </a:ext>
            </a:extLst>
          </p:cNvPr>
          <p:cNvSpPr/>
          <p:nvPr/>
        </p:nvSpPr>
        <p:spPr>
          <a:xfrm>
            <a:off x="4536843" y="4656071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3E6F66C-DFFF-7D13-52AE-396A97AEA3DC}"/>
              </a:ext>
            </a:extLst>
          </p:cNvPr>
          <p:cNvSpPr/>
          <p:nvPr/>
        </p:nvSpPr>
        <p:spPr>
          <a:xfrm>
            <a:off x="369277" y="2140595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787AADF4-B6F0-CA54-98C1-74E2752BF585}"/>
              </a:ext>
            </a:extLst>
          </p:cNvPr>
          <p:cNvSpPr/>
          <p:nvPr/>
        </p:nvSpPr>
        <p:spPr>
          <a:xfrm>
            <a:off x="8800073" y="2860595"/>
            <a:ext cx="1986237" cy="1566889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0B938A04-226A-1FE2-A64E-1DE62CEE0668}"/>
              </a:ext>
            </a:extLst>
          </p:cNvPr>
          <p:cNvCxnSpPr>
            <a:cxnSpLocks/>
          </p:cNvCxnSpPr>
          <p:nvPr/>
        </p:nvCxnSpPr>
        <p:spPr>
          <a:xfrm>
            <a:off x="7554541" y="4427484"/>
            <a:ext cx="357425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F8F173A-CFBF-7B39-33DA-198ADF0B464B}"/>
              </a:ext>
            </a:extLst>
          </p:cNvPr>
          <p:cNvCxnSpPr>
            <a:cxnSpLocks/>
          </p:cNvCxnSpPr>
          <p:nvPr/>
        </p:nvCxnSpPr>
        <p:spPr>
          <a:xfrm flipV="1">
            <a:off x="7554541" y="2187696"/>
            <a:ext cx="0" cy="223978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79ECA868-3FD4-14CC-FA7B-E2DA8EBB2D48}"/>
              </a:ext>
            </a:extLst>
          </p:cNvPr>
          <p:cNvSpPr/>
          <p:nvPr/>
        </p:nvSpPr>
        <p:spPr>
          <a:xfrm>
            <a:off x="10001840" y="4656071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F0AD814D-9598-4C60-9F45-F6C74DEEB84D}"/>
              </a:ext>
            </a:extLst>
          </p:cNvPr>
          <p:cNvSpPr/>
          <p:nvPr/>
        </p:nvSpPr>
        <p:spPr>
          <a:xfrm>
            <a:off x="5834274" y="2140595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0822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51CA-26A3-5870-1C25-8881F939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F583910E-AD23-FF17-BA50-3056C3E8AB15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611B53C7-8301-3820-8CC0-4151928D6E4D}"/>
              </a:ext>
            </a:extLst>
          </p:cNvPr>
          <p:cNvSpPr/>
          <p:nvPr/>
        </p:nvSpPr>
        <p:spPr>
          <a:xfrm>
            <a:off x="3796679" y="1956222"/>
            <a:ext cx="3733877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EA0AADD-E59D-C275-31CF-96E1467AB1B6}"/>
              </a:ext>
            </a:extLst>
          </p:cNvPr>
          <p:cNvCxnSpPr>
            <a:cxnSpLocks/>
          </p:cNvCxnSpPr>
          <p:nvPr/>
        </p:nvCxnSpPr>
        <p:spPr>
          <a:xfrm>
            <a:off x="2692578" y="4901777"/>
            <a:ext cx="784500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DF98FBF7-88A6-8D25-6EE3-2D37CF0B2AF7}"/>
              </a:ext>
            </a:extLst>
          </p:cNvPr>
          <p:cNvCxnSpPr>
            <a:cxnSpLocks/>
          </p:cNvCxnSpPr>
          <p:nvPr/>
        </p:nvCxnSpPr>
        <p:spPr>
          <a:xfrm flipV="1">
            <a:off x="2692578" y="1494201"/>
            <a:ext cx="0" cy="3407576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447C5E1C-3940-3AC4-1F34-CD83EFD3822B}"/>
              </a:ext>
            </a:extLst>
          </p:cNvPr>
          <p:cNvSpPr/>
          <p:nvPr/>
        </p:nvSpPr>
        <p:spPr>
          <a:xfrm>
            <a:off x="9959521" y="5253456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6A628BA-F34D-4D92-9131-8CA53DEF9D6F}"/>
              </a:ext>
            </a:extLst>
          </p:cNvPr>
          <p:cNvSpPr/>
          <p:nvPr/>
        </p:nvSpPr>
        <p:spPr>
          <a:xfrm>
            <a:off x="943975" y="1596222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F32AC542-4B96-DF75-20FA-70BFBEE7FB12}"/>
              </a:ext>
            </a:extLst>
          </p:cNvPr>
          <p:cNvSpPr/>
          <p:nvPr/>
        </p:nvSpPr>
        <p:spPr>
          <a:xfrm>
            <a:off x="5500796" y="1956222"/>
            <a:ext cx="3733877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CDEF55D9-22E2-204A-EFF6-D331822FED57}"/>
              </a:ext>
            </a:extLst>
          </p:cNvPr>
          <p:cNvCxnSpPr>
            <a:cxnSpLocks/>
          </p:cNvCxnSpPr>
          <p:nvPr/>
        </p:nvCxnSpPr>
        <p:spPr>
          <a:xfrm flipV="1">
            <a:off x="2902836" y="1494201"/>
            <a:ext cx="0" cy="3407576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F728401-5914-E97B-ABD7-C9E01B55EA4A}"/>
              </a:ext>
            </a:extLst>
          </p:cNvPr>
          <p:cNvSpPr/>
          <p:nvPr/>
        </p:nvSpPr>
        <p:spPr>
          <a:xfrm>
            <a:off x="3113094" y="1604544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549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41562-02C3-9365-4D58-CCB4E1D2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3E4DB628-F6B6-1BE4-DE4A-CCF873532B38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9BD933A-4923-0A5D-75F2-916266FD3C64}"/>
              </a:ext>
            </a:extLst>
          </p:cNvPr>
          <p:cNvSpPr/>
          <p:nvPr/>
        </p:nvSpPr>
        <p:spPr>
          <a:xfrm>
            <a:off x="3796679" y="1956222"/>
            <a:ext cx="3733877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01DF23A-D213-364F-162A-9B24994C1267}"/>
              </a:ext>
            </a:extLst>
          </p:cNvPr>
          <p:cNvCxnSpPr>
            <a:cxnSpLocks/>
          </p:cNvCxnSpPr>
          <p:nvPr/>
        </p:nvCxnSpPr>
        <p:spPr>
          <a:xfrm>
            <a:off x="2692578" y="4901777"/>
            <a:ext cx="784500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41B7F384-EE2B-BB0E-7DA6-DBEAAB2E9B9D}"/>
              </a:ext>
            </a:extLst>
          </p:cNvPr>
          <p:cNvCxnSpPr>
            <a:cxnSpLocks/>
          </p:cNvCxnSpPr>
          <p:nvPr/>
        </p:nvCxnSpPr>
        <p:spPr>
          <a:xfrm flipV="1">
            <a:off x="2692578" y="1494201"/>
            <a:ext cx="0" cy="3407576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5B200B0-1F2C-1A35-8E85-8F582A1A8240}"/>
              </a:ext>
            </a:extLst>
          </p:cNvPr>
          <p:cNvSpPr/>
          <p:nvPr/>
        </p:nvSpPr>
        <p:spPr>
          <a:xfrm>
            <a:off x="9959521" y="5253456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26F41F2-86B5-15DB-0434-C6CBAD12CB11}"/>
              </a:ext>
            </a:extLst>
          </p:cNvPr>
          <p:cNvSpPr/>
          <p:nvPr/>
        </p:nvSpPr>
        <p:spPr>
          <a:xfrm>
            <a:off x="943975" y="1596222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1B3749B6-55CB-B509-34CB-928136F751E0}"/>
              </a:ext>
            </a:extLst>
          </p:cNvPr>
          <p:cNvSpPr/>
          <p:nvPr/>
        </p:nvSpPr>
        <p:spPr>
          <a:xfrm>
            <a:off x="5500796" y="1956222"/>
            <a:ext cx="3733877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0C2A512-26E0-F445-B87C-F27B74C662EA}"/>
              </a:ext>
            </a:extLst>
          </p:cNvPr>
          <p:cNvCxnSpPr>
            <a:cxnSpLocks/>
          </p:cNvCxnSpPr>
          <p:nvPr/>
        </p:nvCxnSpPr>
        <p:spPr>
          <a:xfrm flipV="1">
            <a:off x="2902836" y="1494201"/>
            <a:ext cx="0" cy="3407576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6394837-D89F-3D70-6049-28973B76D12D}"/>
              </a:ext>
            </a:extLst>
          </p:cNvPr>
          <p:cNvSpPr/>
          <p:nvPr/>
        </p:nvSpPr>
        <p:spPr>
          <a:xfrm>
            <a:off x="3113094" y="1604544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48D6C32-9F4C-478C-211E-C563D5A7F132}"/>
              </a:ext>
            </a:extLst>
          </p:cNvPr>
          <p:cNvSpPr/>
          <p:nvPr/>
        </p:nvSpPr>
        <p:spPr>
          <a:xfrm>
            <a:off x="5228495" y="4827730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16E4BFC-E68D-68E9-F4E6-2BC27476A440}"/>
              </a:ext>
            </a:extLst>
          </p:cNvPr>
          <p:cNvSpPr/>
          <p:nvPr/>
        </p:nvSpPr>
        <p:spPr>
          <a:xfrm>
            <a:off x="5438753" y="4827730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1156E41-0B32-5A83-878A-52337231628C}"/>
              </a:ext>
            </a:extLst>
          </p:cNvPr>
          <p:cNvSpPr/>
          <p:nvPr/>
        </p:nvSpPr>
        <p:spPr>
          <a:xfrm>
            <a:off x="5802722" y="4827729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5E65AB5-FC79-9776-B1E1-88522A88B3A1}"/>
              </a:ext>
            </a:extLst>
          </p:cNvPr>
          <p:cNvSpPr/>
          <p:nvPr/>
        </p:nvSpPr>
        <p:spPr>
          <a:xfrm>
            <a:off x="6454177" y="4827729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2DB02AA-BF63-DCA5-16FA-94FB6351EDA8}"/>
              </a:ext>
            </a:extLst>
          </p:cNvPr>
          <p:cNvSpPr/>
          <p:nvPr/>
        </p:nvSpPr>
        <p:spPr>
          <a:xfrm>
            <a:off x="6992366" y="4827728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9E9A623-9F27-C825-0F4B-287C0307B3E2}"/>
              </a:ext>
            </a:extLst>
          </p:cNvPr>
          <p:cNvSpPr/>
          <p:nvPr/>
        </p:nvSpPr>
        <p:spPr>
          <a:xfrm>
            <a:off x="4322649" y="4827728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450B678-C7B7-A76A-DE5C-1F6AB037048C}"/>
              </a:ext>
            </a:extLst>
          </p:cNvPr>
          <p:cNvSpPr/>
          <p:nvPr/>
        </p:nvSpPr>
        <p:spPr>
          <a:xfrm>
            <a:off x="5620737" y="4827728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3580601-8AFE-4FB5-86D2-ECAD5FD4C359}"/>
              </a:ext>
            </a:extLst>
          </p:cNvPr>
          <p:cNvSpPr/>
          <p:nvPr/>
        </p:nvSpPr>
        <p:spPr>
          <a:xfrm>
            <a:off x="6992365" y="1964544"/>
            <a:ext cx="148093" cy="1480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D858966-77D4-8FEF-FC0B-0F33506FCB27}"/>
              </a:ext>
            </a:extLst>
          </p:cNvPr>
          <p:cNvSpPr/>
          <p:nvPr/>
        </p:nvSpPr>
        <p:spPr>
          <a:xfrm>
            <a:off x="6454177" y="2597374"/>
            <a:ext cx="148093" cy="1480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64D140E-2E1C-BB9A-D7B9-49EF8FC20737}"/>
              </a:ext>
            </a:extLst>
          </p:cNvPr>
          <p:cNvSpPr/>
          <p:nvPr/>
        </p:nvSpPr>
        <p:spPr>
          <a:xfrm>
            <a:off x="5802721" y="3922057"/>
            <a:ext cx="148093" cy="1480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5DEE473-7A93-7780-46AE-A135DE52D0B4}"/>
              </a:ext>
            </a:extLst>
          </p:cNvPr>
          <p:cNvSpPr/>
          <p:nvPr/>
        </p:nvSpPr>
        <p:spPr>
          <a:xfrm>
            <a:off x="5620737" y="4309544"/>
            <a:ext cx="148093" cy="1480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4D8B022-D749-0A45-06FB-7544D583F847}"/>
              </a:ext>
            </a:extLst>
          </p:cNvPr>
          <p:cNvSpPr/>
          <p:nvPr/>
        </p:nvSpPr>
        <p:spPr>
          <a:xfrm>
            <a:off x="5438752" y="4702495"/>
            <a:ext cx="148093" cy="1480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A4EF9326-8CA8-0975-1926-78DA97AECE1A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694783" y="4432959"/>
            <a:ext cx="1" cy="39476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429039BA-9576-5517-9F2B-1C6DE03680CA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5876767" y="4070150"/>
            <a:ext cx="1" cy="74530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33421F02-D16B-B6E3-44EF-2AE848B8053E}"/>
              </a:ext>
            </a:extLst>
          </p:cNvPr>
          <p:cNvCxnSpPr>
            <a:cxnSpLocks/>
            <a:stCxn id="11" idx="0"/>
            <a:endCxn id="19" idx="4"/>
          </p:cNvCxnSpPr>
          <p:nvPr/>
        </p:nvCxnSpPr>
        <p:spPr>
          <a:xfrm flipV="1">
            <a:off x="6528224" y="2745467"/>
            <a:ext cx="0" cy="20822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F081EF07-D383-BD43-ECF7-B15326B2B1BC}"/>
              </a:ext>
            </a:extLst>
          </p:cNvPr>
          <p:cNvCxnSpPr>
            <a:cxnSpLocks/>
            <a:stCxn id="14" idx="0"/>
            <a:endCxn id="18" idx="4"/>
          </p:cNvCxnSpPr>
          <p:nvPr/>
        </p:nvCxnSpPr>
        <p:spPr>
          <a:xfrm flipH="1" flipV="1">
            <a:off x="7066412" y="2112637"/>
            <a:ext cx="1" cy="27150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947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97C2-02C6-D8CB-430F-D06E7FC7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3560C670-A1F9-E672-7E46-D8413D0DF59A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C09BED3C-1635-DF14-4ECB-79856049CC52}"/>
              </a:ext>
            </a:extLst>
          </p:cNvPr>
          <p:cNvSpPr/>
          <p:nvPr/>
        </p:nvSpPr>
        <p:spPr>
          <a:xfrm>
            <a:off x="2937457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47516D39-AE43-DD4F-9288-18B4F03A7C91}"/>
              </a:ext>
            </a:extLst>
          </p:cNvPr>
          <p:cNvCxnSpPr>
            <a:cxnSpLocks/>
          </p:cNvCxnSpPr>
          <p:nvPr/>
        </p:nvCxnSpPr>
        <p:spPr>
          <a:xfrm>
            <a:off x="2692578" y="4901777"/>
            <a:ext cx="784500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DE084CC9-7DAC-063C-2C87-ACF2A9A9A2F3}"/>
              </a:ext>
            </a:extLst>
          </p:cNvPr>
          <p:cNvCxnSpPr>
            <a:cxnSpLocks/>
          </p:cNvCxnSpPr>
          <p:nvPr/>
        </p:nvCxnSpPr>
        <p:spPr>
          <a:xfrm flipV="1">
            <a:off x="2692578" y="1494201"/>
            <a:ext cx="0" cy="3407576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476D89FC-8402-6AFD-C288-F2BD76EC8082}"/>
              </a:ext>
            </a:extLst>
          </p:cNvPr>
          <p:cNvSpPr/>
          <p:nvPr/>
        </p:nvSpPr>
        <p:spPr>
          <a:xfrm>
            <a:off x="9959521" y="5253456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887319F-29BD-4F78-8110-31B5D8D8A686}"/>
              </a:ext>
            </a:extLst>
          </p:cNvPr>
          <p:cNvSpPr/>
          <p:nvPr/>
        </p:nvSpPr>
        <p:spPr>
          <a:xfrm>
            <a:off x="943975" y="1596222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5169B030-41EC-A219-242E-365868A61894}"/>
              </a:ext>
            </a:extLst>
          </p:cNvPr>
          <p:cNvSpPr/>
          <p:nvPr/>
        </p:nvSpPr>
        <p:spPr>
          <a:xfrm>
            <a:off x="6516670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7B6DF12-F3CC-DC7A-616E-64B5FED289D2}"/>
              </a:ext>
            </a:extLst>
          </p:cNvPr>
          <p:cNvCxnSpPr>
            <a:cxnSpLocks/>
          </p:cNvCxnSpPr>
          <p:nvPr/>
        </p:nvCxnSpPr>
        <p:spPr>
          <a:xfrm flipV="1">
            <a:off x="2902836" y="1494201"/>
            <a:ext cx="0" cy="3407576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A92A285-1BCE-8EFF-29D4-8EE5E333BF55}"/>
              </a:ext>
            </a:extLst>
          </p:cNvPr>
          <p:cNvSpPr/>
          <p:nvPr/>
        </p:nvSpPr>
        <p:spPr>
          <a:xfrm>
            <a:off x="3113094" y="1203668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BC7A601-7F9A-A5A0-3345-9BB53E01DF2C}"/>
              </a:ext>
            </a:extLst>
          </p:cNvPr>
          <p:cNvSpPr/>
          <p:nvPr/>
        </p:nvSpPr>
        <p:spPr>
          <a:xfrm>
            <a:off x="4224005" y="4814609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75E9B5B-C543-E870-A940-BAD3C6DBA7D4}"/>
              </a:ext>
            </a:extLst>
          </p:cNvPr>
          <p:cNvSpPr/>
          <p:nvPr/>
        </p:nvSpPr>
        <p:spPr>
          <a:xfrm>
            <a:off x="4434263" y="4814609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4CF050C-38CC-3A53-1D68-6A6BA5C49419}"/>
              </a:ext>
            </a:extLst>
          </p:cNvPr>
          <p:cNvSpPr/>
          <p:nvPr/>
        </p:nvSpPr>
        <p:spPr>
          <a:xfrm>
            <a:off x="4798232" y="4814608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3440F4B-81DC-0180-3D05-EBD4FC46FFF5}"/>
              </a:ext>
            </a:extLst>
          </p:cNvPr>
          <p:cNvSpPr/>
          <p:nvPr/>
        </p:nvSpPr>
        <p:spPr>
          <a:xfrm>
            <a:off x="5449687" y="4814608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8A19199-A978-A562-D402-57CA7CE9B1C5}"/>
              </a:ext>
            </a:extLst>
          </p:cNvPr>
          <p:cNvSpPr/>
          <p:nvPr/>
        </p:nvSpPr>
        <p:spPr>
          <a:xfrm>
            <a:off x="5987876" y="4814607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E634997-7DCC-9606-1E3A-54FE2BC3C47B}"/>
              </a:ext>
            </a:extLst>
          </p:cNvPr>
          <p:cNvSpPr/>
          <p:nvPr/>
        </p:nvSpPr>
        <p:spPr>
          <a:xfrm>
            <a:off x="3318159" y="4814607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32FB8D6-720C-F3C5-B027-8B3AD64B03D2}"/>
              </a:ext>
            </a:extLst>
          </p:cNvPr>
          <p:cNvSpPr/>
          <p:nvPr/>
        </p:nvSpPr>
        <p:spPr>
          <a:xfrm>
            <a:off x="4616247" y="4814607"/>
            <a:ext cx="148093" cy="148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985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0B70-8464-462F-C3AB-559C8330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885CD8CE-515C-99A3-73DC-912D16D4961A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D3CE3CB2-38AD-B124-85E4-034D6607ED0C}"/>
              </a:ext>
            </a:extLst>
          </p:cNvPr>
          <p:cNvSpPr/>
          <p:nvPr/>
        </p:nvSpPr>
        <p:spPr>
          <a:xfrm>
            <a:off x="2937457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885A62B-D591-737F-7D09-B68133BB25E5}"/>
              </a:ext>
            </a:extLst>
          </p:cNvPr>
          <p:cNvCxnSpPr>
            <a:cxnSpLocks/>
          </p:cNvCxnSpPr>
          <p:nvPr/>
        </p:nvCxnSpPr>
        <p:spPr>
          <a:xfrm>
            <a:off x="1767555" y="4901777"/>
            <a:ext cx="877002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E06F95A0-214C-5143-EEEF-84B0500AC17E}"/>
              </a:ext>
            </a:extLst>
          </p:cNvPr>
          <p:cNvCxnSpPr>
            <a:cxnSpLocks/>
          </p:cNvCxnSpPr>
          <p:nvPr/>
        </p:nvCxnSpPr>
        <p:spPr>
          <a:xfrm flipV="1">
            <a:off x="1767555" y="1485571"/>
            <a:ext cx="0" cy="3407576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AD221F1E-587F-DBAC-3DA9-53B23A3CFC03}"/>
              </a:ext>
            </a:extLst>
          </p:cNvPr>
          <p:cNvSpPr/>
          <p:nvPr/>
        </p:nvSpPr>
        <p:spPr>
          <a:xfrm>
            <a:off x="9959521" y="5253456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BC27392-F5FD-6B5C-5933-BB14983174EE}"/>
              </a:ext>
            </a:extLst>
          </p:cNvPr>
          <p:cNvSpPr/>
          <p:nvPr/>
        </p:nvSpPr>
        <p:spPr>
          <a:xfrm>
            <a:off x="18952" y="1587592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F28D14E1-2A08-7A9F-148F-43D3CB832D2D}"/>
              </a:ext>
            </a:extLst>
          </p:cNvPr>
          <p:cNvSpPr/>
          <p:nvPr/>
        </p:nvSpPr>
        <p:spPr>
          <a:xfrm>
            <a:off x="6516670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1FFFABD-BE62-B1E7-B5B6-BB151EC94B79}"/>
              </a:ext>
            </a:extLst>
          </p:cNvPr>
          <p:cNvCxnSpPr>
            <a:cxnSpLocks/>
          </p:cNvCxnSpPr>
          <p:nvPr/>
        </p:nvCxnSpPr>
        <p:spPr>
          <a:xfrm flipV="1">
            <a:off x="1977813" y="1485571"/>
            <a:ext cx="0" cy="3407576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B7518EC-012E-201D-57F2-85D0955186F1}"/>
              </a:ext>
            </a:extLst>
          </p:cNvPr>
          <p:cNvSpPr/>
          <p:nvPr/>
        </p:nvSpPr>
        <p:spPr>
          <a:xfrm>
            <a:off x="1568745" y="765570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F4BB4238-90AB-AE5B-4D5A-1733C3526158}"/>
              </a:ext>
            </a:extLst>
          </p:cNvPr>
          <p:cNvSpPr/>
          <p:nvPr/>
        </p:nvSpPr>
        <p:spPr>
          <a:xfrm>
            <a:off x="2234004" y="3009358"/>
            <a:ext cx="5009478" cy="1892419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2B1D198-AB83-ABF3-6934-0AF535A58FF3}"/>
              </a:ext>
            </a:extLst>
          </p:cNvPr>
          <p:cNvSpPr/>
          <p:nvPr/>
        </p:nvSpPr>
        <p:spPr>
          <a:xfrm>
            <a:off x="3854823" y="1394726"/>
            <a:ext cx="1757704" cy="4196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probability diffusion</a:t>
            </a:r>
          </a:p>
        </p:txBody>
      </p:sp>
    </p:spTree>
    <p:extLst>
      <p:ext uri="{BB962C8B-B14F-4D97-AF65-F5344CB8AC3E}">
        <p14:creationId xmlns:p14="http://schemas.microsoft.com/office/powerpoint/2010/main" val="243643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1747-4061-CB3E-2746-19D1E147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3DE6CFE1-AEB3-4C69-81EA-E6CC53DAE5CC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88B15AD0-8C28-7A20-6783-22C3D01F5201}"/>
              </a:ext>
            </a:extLst>
          </p:cNvPr>
          <p:cNvSpPr/>
          <p:nvPr/>
        </p:nvSpPr>
        <p:spPr>
          <a:xfrm>
            <a:off x="2937457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1213F344-64BD-CAE7-53D4-0D2D1771EA06}"/>
              </a:ext>
            </a:extLst>
          </p:cNvPr>
          <p:cNvCxnSpPr>
            <a:cxnSpLocks/>
          </p:cNvCxnSpPr>
          <p:nvPr/>
        </p:nvCxnSpPr>
        <p:spPr>
          <a:xfrm>
            <a:off x="2692578" y="4901777"/>
            <a:ext cx="784500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EC6D8BCC-3648-79E8-6AC1-780B5C1EE396}"/>
              </a:ext>
            </a:extLst>
          </p:cNvPr>
          <p:cNvCxnSpPr>
            <a:cxnSpLocks/>
          </p:cNvCxnSpPr>
          <p:nvPr/>
        </p:nvCxnSpPr>
        <p:spPr>
          <a:xfrm flipV="1">
            <a:off x="2692578" y="1494201"/>
            <a:ext cx="0" cy="3407576"/>
          </a:xfrm>
          <a:prstGeom prst="straightConnector1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C5C290-EDC0-CB34-5C08-C20A08CEA40C}"/>
              </a:ext>
            </a:extLst>
          </p:cNvPr>
          <p:cNvSpPr/>
          <p:nvPr/>
        </p:nvSpPr>
        <p:spPr>
          <a:xfrm>
            <a:off x="9959521" y="5253456"/>
            <a:ext cx="1156125" cy="72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</a:t>
            </a:r>
            <a:r>
              <a:rPr kumimoji="1" lang="zh-CN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space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FABEAF6-6146-B2B6-F49E-6C6D2471D56A}"/>
              </a:ext>
            </a:extLst>
          </p:cNvPr>
          <p:cNvSpPr/>
          <p:nvPr/>
        </p:nvSpPr>
        <p:spPr>
          <a:xfrm>
            <a:off x="943975" y="1596222"/>
            <a:ext cx="1549793" cy="72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probability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2AE7BCAA-AA3D-55C8-E8E2-68E92A7FC39E}"/>
              </a:ext>
            </a:extLst>
          </p:cNvPr>
          <p:cNvSpPr/>
          <p:nvPr/>
        </p:nvSpPr>
        <p:spPr>
          <a:xfrm>
            <a:off x="6516670" y="1956222"/>
            <a:ext cx="3592436" cy="2945555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F529FA3-6656-B103-B3ED-48D13DE506E8}"/>
              </a:ext>
            </a:extLst>
          </p:cNvPr>
          <p:cNvCxnSpPr>
            <a:cxnSpLocks/>
          </p:cNvCxnSpPr>
          <p:nvPr/>
        </p:nvCxnSpPr>
        <p:spPr>
          <a:xfrm flipV="1">
            <a:off x="2902836" y="1494201"/>
            <a:ext cx="0" cy="3407576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7AC8BF0-5DC8-CBE5-AFE9-4DAC8365234E}"/>
              </a:ext>
            </a:extLst>
          </p:cNvPr>
          <p:cNvSpPr/>
          <p:nvPr/>
        </p:nvSpPr>
        <p:spPr>
          <a:xfrm>
            <a:off x="3113094" y="1203668"/>
            <a:ext cx="1549793" cy="72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F392DD37-AB62-587E-8334-DB724D5114CE}"/>
              </a:ext>
            </a:extLst>
          </p:cNvPr>
          <p:cNvSpPr/>
          <p:nvPr/>
        </p:nvSpPr>
        <p:spPr>
          <a:xfrm>
            <a:off x="7742080" y="4355994"/>
            <a:ext cx="665645" cy="545784"/>
          </a:xfrm>
          <a:custGeom>
            <a:avLst/>
            <a:gdLst>
              <a:gd name="connsiteX0" fmla="*/ 0 w 735196"/>
              <a:gd name="connsiteY0" fmla="*/ 1557699 h 1566889"/>
              <a:gd name="connsiteX1" fmla="*/ 363003 w 735196"/>
              <a:gd name="connsiteY1" fmla="*/ 2 h 1566889"/>
              <a:gd name="connsiteX2" fmla="*/ 735196 w 735196"/>
              <a:gd name="connsiteY2" fmla="*/ 1566889 h 156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5196" h="1566889">
                <a:moveTo>
                  <a:pt x="0" y="1557699"/>
                </a:moveTo>
                <a:cubicBezTo>
                  <a:pt x="120235" y="778084"/>
                  <a:pt x="240470" y="-1530"/>
                  <a:pt x="363003" y="2"/>
                </a:cubicBezTo>
                <a:cubicBezTo>
                  <a:pt x="485536" y="1534"/>
                  <a:pt x="650189" y="1311868"/>
                  <a:pt x="735196" y="1566889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DFC6FE3-3929-48F9-314C-9A6C3C55CD7E}"/>
              </a:ext>
            </a:extLst>
          </p:cNvPr>
          <p:cNvSpPr/>
          <p:nvPr/>
        </p:nvSpPr>
        <p:spPr>
          <a:xfrm>
            <a:off x="7496839" y="3633986"/>
            <a:ext cx="1757704" cy="4196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Plant a seed!</a:t>
            </a:r>
            <a:endParaRPr kumimoji="1" lang="zh-CN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675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1049-9562-278E-1E3E-6EA1330C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4BA579B1-9B1C-177C-B305-D9380C39F068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E493410-BB8E-192F-F7B7-446940E11851}"/>
              </a:ext>
            </a:extLst>
          </p:cNvPr>
          <p:cNvSpPr/>
          <p:nvPr/>
        </p:nvSpPr>
        <p:spPr>
          <a:xfrm>
            <a:off x="2328552" y="16461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Reasoning_1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23719FC-4D37-13B7-7C0E-BF3D45C4FA6D}"/>
              </a:ext>
            </a:extLst>
          </p:cNvPr>
          <p:cNvSpPr/>
          <p:nvPr/>
        </p:nvSpPr>
        <p:spPr>
          <a:xfrm>
            <a:off x="2328552" y="27256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Reasoning_2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468B7B2-FE6C-53F8-AB95-E9988BD6B9A4}"/>
              </a:ext>
            </a:extLst>
          </p:cNvPr>
          <p:cNvSpPr/>
          <p:nvPr/>
        </p:nvSpPr>
        <p:spPr>
          <a:xfrm>
            <a:off x="2328552" y="38051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Reasoning_3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5EB80C6-1A46-BBF4-AC55-DFDF2692DD85}"/>
              </a:ext>
            </a:extLst>
          </p:cNvPr>
          <p:cNvSpPr/>
          <p:nvPr/>
        </p:nvSpPr>
        <p:spPr>
          <a:xfrm>
            <a:off x="123285" y="2712262"/>
            <a:ext cx="1429659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question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507D685C-3C06-9D9F-E0BF-66301A52F06E}"/>
              </a:ext>
            </a:extLst>
          </p:cNvPr>
          <p:cNvSpPr/>
          <p:nvPr/>
        </p:nvSpPr>
        <p:spPr>
          <a:xfrm>
            <a:off x="1631867" y="1899502"/>
            <a:ext cx="424543" cy="21590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CEAD2F6-F639-4BDB-590F-08D9F8717D87}"/>
              </a:ext>
            </a:extLst>
          </p:cNvPr>
          <p:cNvSpPr/>
          <p:nvPr/>
        </p:nvSpPr>
        <p:spPr>
          <a:xfrm>
            <a:off x="3862699" y="1646186"/>
            <a:ext cx="1333144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answer_1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397C96B-5992-7FD3-CF5F-683A1DF5192D}"/>
              </a:ext>
            </a:extLst>
          </p:cNvPr>
          <p:cNvSpPr/>
          <p:nvPr/>
        </p:nvSpPr>
        <p:spPr>
          <a:xfrm>
            <a:off x="3862699" y="2725687"/>
            <a:ext cx="1333144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answer_2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59C3AE3-4A94-44AA-0E61-711CEA94B90B}"/>
              </a:ext>
            </a:extLst>
          </p:cNvPr>
          <p:cNvSpPr/>
          <p:nvPr/>
        </p:nvSpPr>
        <p:spPr>
          <a:xfrm>
            <a:off x="3862699" y="3802674"/>
            <a:ext cx="1333144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answer_3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845BDD8-F58B-81A0-193F-7734684F1D5A}"/>
              </a:ext>
            </a:extLst>
          </p:cNvPr>
          <p:cNvSpPr/>
          <p:nvPr/>
        </p:nvSpPr>
        <p:spPr>
          <a:xfrm>
            <a:off x="8370690" y="16461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Reasoning_1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EF39782-EA33-9A64-E6B8-6ABD1137ABA4}"/>
              </a:ext>
            </a:extLst>
          </p:cNvPr>
          <p:cNvSpPr/>
          <p:nvPr/>
        </p:nvSpPr>
        <p:spPr>
          <a:xfrm>
            <a:off x="8370690" y="27256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Reasoning_2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C142C45-7850-5BCF-FBAF-AC5DE5B86651}"/>
              </a:ext>
            </a:extLst>
          </p:cNvPr>
          <p:cNvSpPr/>
          <p:nvPr/>
        </p:nvSpPr>
        <p:spPr>
          <a:xfrm>
            <a:off x="8370690" y="3805188"/>
            <a:ext cx="153414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Reasoning_3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968B07A-C6A2-7346-025D-5FD0FCA3CB35}"/>
              </a:ext>
            </a:extLst>
          </p:cNvPr>
          <p:cNvSpPr/>
          <p:nvPr/>
        </p:nvSpPr>
        <p:spPr>
          <a:xfrm>
            <a:off x="6165423" y="2712262"/>
            <a:ext cx="1429659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question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F23E6CB-9028-4370-2043-61092E818694}"/>
              </a:ext>
            </a:extLst>
          </p:cNvPr>
          <p:cNvSpPr/>
          <p:nvPr/>
        </p:nvSpPr>
        <p:spPr>
          <a:xfrm>
            <a:off x="7674005" y="1899502"/>
            <a:ext cx="424543" cy="21590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89816A3-9539-DA25-4783-3807591022AA}"/>
              </a:ext>
            </a:extLst>
          </p:cNvPr>
          <p:cNvSpPr/>
          <p:nvPr/>
        </p:nvSpPr>
        <p:spPr>
          <a:xfrm>
            <a:off x="9904837" y="1646186"/>
            <a:ext cx="1644618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Ground truth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82A82F8-9B9C-2BD9-8B17-7EBEDA4F9C32}"/>
              </a:ext>
            </a:extLst>
          </p:cNvPr>
          <p:cNvSpPr/>
          <p:nvPr/>
        </p:nvSpPr>
        <p:spPr>
          <a:xfrm>
            <a:off x="9904836" y="2725687"/>
            <a:ext cx="1644617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Ground truth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B5E19BC-A3A4-5B00-B13F-18CBF7A0FEAE}"/>
              </a:ext>
            </a:extLst>
          </p:cNvPr>
          <p:cNvSpPr/>
          <p:nvPr/>
        </p:nvSpPr>
        <p:spPr>
          <a:xfrm>
            <a:off x="9904837" y="3802674"/>
            <a:ext cx="1644616" cy="50662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Ground truth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DA08513-2224-3CC0-EBC2-76CF32C5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9" y="4988064"/>
            <a:ext cx="4648200" cy="9906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EC2312A-1A17-7637-D0BA-30CFDF9D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1" y="4879660"/>
            <a:ext cx="5829300" cy="977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7C85F6-8C2C-D0A6-A323-991364D4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89" y="797445"/>
            <a:ext cx="4279900" cy="838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FF6AD9-6212-8F87-190A-B08CA923F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663" y="796304"/>
            <a:ext cx="4394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9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79E6-5926-4BDF-63E0-E1EAE243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9A58ECDA-9527-4696-C011-11DA1B6805F8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GRPO Optimization under Sampling–Reward Distribution Mismatch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B757C668-875C-97C4-AD48-58096D6693CD}"/>
              </a:ext>
            </a:extLst>
          </p:cNvPr>
          <p:cNvSpPr/>
          <p:nvPr/>
        </p:nvSpPr>
        <p:spPr>
          <a:xfrm>
            <a:off x="1263052" y="2810757"/>
            <a:ext cx="6319014" cy="54369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C91ED68-D7C5-A4D5-CAD3-0683CCDD3CC7}"/>
              </a:ext>
            </a:extLst>
          </p:cNvPr>
          <p:cNvSpPr/>
          <p:nvPr/>
        </p:nvSpPr>
        <p:spPr>
          <a:xfrm>
            <a:off x="7582066" y="2810757"/>
            <a:ext cx="2854410" cy="5436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B77A59-4BC4-6B13-8AD7-D16AFB7B7BA5}"/>
              </a:ext>
            </a:extLst>
          </p:cNvPr>
          <p:cNvSpPr/>
          <p:nvPr/>
        </p:nvSpPr>
        <p:spPr>
          <a:xfrm>
            <a:off x="7944981" y="1698399"/>
            <a:ext cx="2128579" cy="54369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All reward=0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8F3EE4-7DEE-3685-42A5-2B5509076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0" y="3860722"/>
            <a:ext cx="4648200" cy="990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0A9F63-87B9-F0F6-1C77-7FCFE5260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02" y="3752318"/>
            <a:ext cx="5829300" cy="977900"/>
          </a:xfrm>
          <a:prstGeom prst="rect">
            <a:avLst/>
          </a:prstGeom>
        </p:spPr>
      </p:pic>
      <p:pic>
        <p:nvPicPr>
          <p:cNvPr id="7" name="图形 6" descr="雪花 纯色填充">
            <a:extLst>
              <a:ext uri="{FF2B5EF4-FFF2-40B4-BE49-F238E27FC236}">
                <a16:creationId xmlns:a16="http://schemas.microsoft.com/office/drawing/2014/main" id="{354B5242-9504-7BB2-D787-475528D05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2132" y="2753835"/>
            <a:ext cx="654276" cy="6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21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38B9-AFE3-3D6A-3454-D03A479D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3B24A48B-D0DA-27C4-8931-E456D952450F}"/>
              </a:ext>
            </a:extLst>
          </p:cNvPr>
          <p:cNvSpPr/>
          <p:nvPr/>
        </p:nvSpPr>
        <p:spPr>
          <a:xfrm>
            <a:off x="2234004" y="2987936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Evaluating Reasoning-Path Hidden Space for Crystals (</a:t>
            </a:r>
            <a:r>
              <a:rPr lang="en-US" altLang="zh-CN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Encode→Decode</a:t>
            </a: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9631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A958-7448-AB7B-5FA6-C32196B9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3F9E327C-D756-0E51-6036-78FD046333DC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Evaluating Reasoning-Path Hidden Space for Crystals (</a:t>
            </a:r>
            <a:r>
              <a:rPr lang="en-US" altLang="zh-CN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Encode→Decode</a:t>
            </a: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706BEC1-B7FE-140B-79C0-2D7ACD215591}"/>
              </a:ext>
            </a:extLst>
          </p:cNvPr>
          <p:cNvSpPr/>
          <p:nvPr/>
        </p:nvSpPr>
        <p:spPr>
          <a:xfrm>
            <a:off x="764194" y="1971406"/>
            <a:ext cx="1534147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Chemical</a:t>
            </a:r>
            <a:r>
              <a:rPr kumimoji="1"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formula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B084AD8-A83F-921D-3357-97E260716554}"/>
              </a:ext>
            </a:extLst>
          </p:cNvPr>
          <p:cNvSpPr/>
          <p:nvPr/>
        </p:nvSpPr>
        <p:spPr>
          <a:xfrm>
            <a:off x="3785765" y="1971406"/>
            <a:ext cx="1534147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Crystal structure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7C6FC19-3C66-472E-445C-0D54FF7786E3}"/>
              </a:ext>
            </a:extLst>
          </p:cNvPr>
          <p:cNvCxnSpPr/>
          <p:nvPr/>
        </p:nvCxnSpPr>
        <p:spPr>
          <a:xfrm>
            <a:off x="2298341" y="2583589"/>
            <a:ext cx="1487424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7A541FF-0163-C9EB-F20D-CDEFA96F284F}"/>
              </a:ext>
            </a:extLst>
          </p:cNvPr>
          <p:cNvCxnSpPr>
            <a:cxnSpLocks/>
          </p:cNvCxnSpPr>
          <p:nvPr/>
        </p:nvCxnSpPr>
        <p:spPr>
          <a:xfrm>
            <a:off x="3598453" y="4112987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CF45A1C-3B53-17B8-BC51-415903D3C7E7}"/>
              </a:ext>
            </a:extLst>
          </p:cNvPr>
          <p:cNvCxnSpPr>
            <a:cxnSpLocks/>
          </p:cNvCxnSpPr>
          <p:nvPr/>
        </p:nvCxnSpPr>
        <p:spPr>
          <a:xfrm>
            <a:off x="3598453" y="4112987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DCD1A6C7-309E-D61B-3D00-B67F5BB82F0A}"/>
              </a:ext>
            </a:extLst>
          </p:cNvPr>
          <p:cNvCxnSpPr>
            <a:cxnSpLocks/>
          </p:cNvCxnSpPr>
          <p:nvPr/>
        </p:nvCxnSpPr>
        <p:spPr>
          <a:xfrm>
            <a:off x="3594814" y="4891740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51F98B9-3448-F894-8830-37AA48F8CC5B}"/>
              </a:ext>
            </a:extLst>
          </p:cNvPr>
          <p:cNvCxnSpPr>
            <a:cxnSpLocks/>
          </p:cNvCxnSpPr>
          <p:nvPr/>
        </p:nvCxnSpPr>
        <p:spPr>
          <a:xfrm>
            <a:off x="4591245" y="4112987"/>
            <a:ext cx="980877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41529DA6-1ACB-8691-DFC2-55ED059D23B6}"/>
              </a:ext>
            </a:extLst>
          </p:cNvPr>
          <p:cNvCxnSpPr>
            <a:cxnSpLocks/>
          </p:cNvCxnSpPr>
          <p:nvPr/>
        </p:nvCxnSpPr>
        <p:spPr>
          <a:xfrm>
            <a:off x="5572122" y="4112987"/>
            <a:ext cx="3639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00B7E22-3E91-D8C2-197C-E69FF8C8D183}"/>
              </a:ext>
            </a:extLst>
          </p:cNvPr>
          <p:cNvCxnSpPr>
            <a:cxnSpLocks/>
          </p:cNvCxnSpPr>
          <p:nvPr/>
        </p:nvCxnSpPr>
        <p:spPr>
          <a:xfrm>
            <a:off x="4587606" y="4891740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5854E58C-A360-62CF-E2E7-8078C239E524}"/>
              </a:ext>
            </a:extLst>
          </p:cNvPr>
          <p:cNvCxnSpPr>
            <a:cxnSpLocks/>
          </p:cNvCxnSpPr>
          <p:nvPr/>
        </p:nvCxnSpPr>
        <p:spPr>
          <a:xfrm>
            <a:off x="3586537" y="4891739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AD01A0A2-668F-1055-418E-A5DF589C2F5E}"/>
              </a:ext>
            </a:extLst>
          </p:cNvPr>
          <p:cNvCxnSpPr>
            <a:cxnSpLocks/>
          </p:cNvCxnSpPr>
          <p:nvPr/>
        </p:nvCxnSpPr>
        <p:spPr>
          <a:xfrm>
            <a:off x="3582898" y="5670492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6453EADC-77E4-9B97-F4E2-5D1FA0E3B3A2}"/>
              </a:ext>
            </a:extLst>
          </p:cNvPr>
          <p:cNvCxnSpPr>
            <a:cxnSpLocks/>
          </p:cNvCxnSpPr>
          <p:nvPr/>
        </p:nvCxnSpPr>
        <p:spPr>
          <a:xfrm>
            <a:off x="4579329" y="4891739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88AACF3-575A-9EDC-FB39-DD0E95270CCD}"/>
              </a:ext>
            </a:extLst>
          </p:cNvPr>
          <p:cNvCxnSpPr>
            <a:cxnSpLocks/>
          </p:cNvCxnSpPr>
          <p:nvPr/>
        </p:nvCxnSpPr>
        <p:spPr>
          <a:xfrm>
            <a:off x="5580399" y="4891739"/>
            <a:ext cx="0" cy="805446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47BF63B8-F288-C94A-7A4D-5C757BC82A41}"/>
              </a:ext>
            </a:extLst>
          </p:cNvPr>
          <p:cNvCxnSpPr>
            <a:cxnSpLocks/>
          </p:cNvCxnSpPr>
          <p:nvPr/>
        </p:nvCxnSpPr>
        <p:spPr>
          <a:xfrm>
            <a:off x="4575690" y="5670492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E63423A7-197E-B214-4847-C425073C518B}"/>
              </a:ext>
            </a:extLst>
          </p:cNvPr>
          <p:cNvSpPr/>
          <p:nvPr/>
        </p:nvSpPr>
        <p:spPr>
          <a:xfrm>
            <a:off x="8604506" y="303512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4F01FFC-436E-D1B7-05E6-BBD5B5CF5B46}"/>
              </a:ext>
            </a:extLst>
          </p:cNvPr>
          <p:cNvSpPr/>
          <p:nvPr/>
        </p:nvSpPr>
        <p:spPr>
          <a:xfrm>
            <a:off x="8452106" y="346641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89AE88D2-F447-F805-B443-62D690ADF4C6}"/>
              </a:ext>
            </a:extLst>
          </p:cNvPr>
          <p:cNvSpPr/>
          <p:nvPr/>
        </p:nvSpPr>
        <p:spPr>
          <a:xfrm>
            <a:off x="8962138" y="346480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57F5851C-9702-1B25-7A79-2BBD0AF1802F}"/>
              </a:ext>
            </a:extLst>
          </p:cNvPr>
          <p:cNvCxnSpPr>
            <a:cxnSpLocks/>
          </p:cNvCxnSpPr>
          <p:nvPr/>
        </p:nvCxnSpPr>
        <p:spPr>
          <a:xfrm>
            <a:off x="8289225" y="2958706"/>
            <a:ext cx="994989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0D05A414-8BDF-B2DF-9E12-22ADDD5F6257}"/>
              </a:ext>
            </a:extLst>
          </p:cNvPr>
          <p:cNvSpPr/>
          <p:nvPr/>
        </p:nvSpPr>
        <p:spPr>
          <a:xfrm>
            <a:off x="9597298" y="303512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2B94D3E8-77C3-B259-0458-9D5C54F74EF2}"/>
              </a:ext>
            </a:extLst>
          </p:cNvPr>
          <p:cNvSpPr/>
          <p:nvPr/>
        </p:nvSpPr>
        <p:spPr>
          <a:xfrm>
            <a:off x="9444898" y="346641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51BAE2E3-3539-0B08-FAED-986AB0A246E4}"/>
              </a:ext>
            </a:extLst>
          </p:cNvPr>
          <p:cNvSpPr/>
          <p:nvPr/>
        </p:nvSpPr>
        <p:spPr>
          <a:xfrm>
            <a:off x="9954930" y="346480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8132C11C-6129-7C98-BD08-7979B8F29EEF}"/>
              </a:ext>
            </a:extLst>
          </p:cNvPr>
          <p:cNvSpPr/>
          <p:nvPr/>
        </p:nvSpPr>
        <p:spPr>
          <a:xfrm>
            <a:off x="8592590" y="381387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3AF3901-F652-4EE5-6F49-8B1E7936A426}"/>
              </a:ext>
            </a:extLst>
          </p:cNvPr>
          <p:cNvSpPr/>
          <p:nvPr/>
        </p:nvSpPr>
        <p:spPr>
          <a:xfrm>
            <a:off x="8440190" y="424517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A308C9FD-8D83-F6B2-63B7-116D8E2D5BEE}"/>
              </a:ext>
            </a:extLst>
          </p:cNvPr>
          <p:cNvSpPr/>
          <p:nvPr/>
        </p:nvSpPr>
        <p:spPr>
          <a:xfrm>
            <a:off x="8950222" y="424355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3CF82897-3BFE-CAB8-51D7-91F84B754063}"/>
              </a:ext>
            </a:extLst>
          </p:cNvPr>
          <p:cNvCxnSpPr>
            <a:cxnSpLocks/>
          </p:cNvCxnSpPr>
          <p:nvPr/>
        </p:nvCxnSpPr>
        <p:spPr>
          <a:xfrm>
            <a:off x="8958498" y="373745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321C4ABB-D4D5-C3A4-9E8E-250AE06C3C99}"/>
              </a:ext>
            </a:extLst>
          </p:cNvPr>
          <p:cNvSpPr/>
          <p:nvPr/>
        </p:nvSpPr>
        <p:spPr>
          <a:xfrm>
            <a:off x="9585382" y="381387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F7CF2DDE-0723-1678-A218-0CC0B973A255}"/>
              </a:ext>
            </a:extLst>
          </p:cNvPr>
          <p:cNvSpPr/>
          <p:nvPr/>
        </p:nvSpPr>
        <p:spPr>
          <a:xfrm>
            <a:off x="9432982" y="424517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8F3F30E-D939-52A2-A47C-1DACB2113B39}"/>
              </a:ext>
            </a:extLst>
          </p:cNvPr>
          <p:cNvSpPr/>
          <p:nvPr/>
        </p:nvSpPr>
        <p:spPr>
          <a:xfrm>
            <a:off x="9943014" y="424355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279B8211-D9E6-82BA-DDB7-73376726E8DE}"/>
              </a:ext>
            </a:extLst>
          </p:cNvPr>
          <p:cNvCxnSpPr>
            <a:cxnSpLocks/>
          </p:cNvCxnSpPr>
          <p:nvPr/>
        </p:nvCxnSpPr>
        <p:spPr>
          <a:xfrm>
            <a:off x="8289225" y="2958706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0D1BF5E6-6C43-BD0F-5A6C-6D12E174D7AB}"/>
              </a:ext>
            </a:extLst>
          </p:cNvPr>
          <p:cNvCxnSpPr>
            <a:cxnSpLocks/>
          </p:cNvCxnSpPr>
          <p:nvPr/>
        </p:nvCxnSpPr>
        <p:spPr>
          <a:xfrm>
            <a:off x="9277381" y="297500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0FF8837-CE89-C40C-6863-37FEA19D33F7}"/>
              </a:ext>
            </a:extLst>
          </p:cNvPr>
          <p:cNvCxnSpPr>
            <a:cxnSpLocks/>
          </p:cNvCxnSpPr>
          <p:nvPr/>
        </p:nvCxnSpPr>
        <p:spPr>
          <a:xfrm>
            <a:off x="7307902" y="2958707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57DDA00E-5E30-EB18-8595-236E8F7CF539}"/>
              </a:ext>
            </a:extLst>
          </p:cNvPr>
          <p:cNvCxnSpPr>
            <a:cxnSpLocks/>
          </p:cNvCxnSpPr>
          <p:nvPr/>
        </p:nvCxnSpPr>
        <p:spPr>
          <a:xfrm>
            <a:off x="7977175" y="3737459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DD7BD009-AC6B-2D6F-3661-36F6D0730CE7}"/>
              </a:ext>
            </a:extLst>
          </p:cNvPr>
          <p:cNvCxnSpPr>
            <a:cxnSpLocks/>
          </p:cNvCxnSpPr>
          <p:nvPr/>
        </p:nvCxnSpPr>
        <p:spPr>
          <a:xfrm>
            <a:off x="7307902" y="2958707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0857C6D-FE48-A1BA-2976-88B155475F75}"/>
              </a:ext>
            </a:extLst>
          </p:cNvPr>
          <p:cNvCxnSpPr>
            <a:cxnSpLocks/>
          </p:cNvCxnSpPr>
          <p:nvPr/>
        </p:nvCxnSpPr>
        <p:spPr>
          <a:xfrm>
            <a:off x="8296058" y="297500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263BC82A-E268-D16C-26DF-EED85C0FA87C}"/>
              </a:ext>
            </a:extLst>
          </p:cNvPr>
          <p:cNvCxnSpPr>
            <a:cxnSpLocks/>
          </p:cNvCxnSpPr>
          <p:nvPr/>
        </p:nvCxnSpPr>
        <p:spPr>
          <a:xfrm>
            <a:off x="8289225" y="373306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89084E-464E-3F9A-D016-63DEF3F4854E}"/>
              </a:ext>
            </a:extLst>
          </p:cNvPr>
          <p:cNvCxnSpPr>
            <a:cxnSpLocks/>
          </p:cNvCxnSpPr>
          <p:nvPr/>
        </p:nvCxnSpPr>
        <p:spPr>
          <a:xfrm>
            <a:off x="8958498" y="451181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7DE596D3-9E82-1824-2ED5-9AA6BC5BA646}"/>
              </a:ext>
            </a:extLst>
          </p:cNvPr>
          <p:cNvCxnSpPr>
            <a:cxnSpLocks/>
          </p:cNvCxnSpPr>
          <p:nvPr/>
        </p:nvCxnSpPr>
        <p:spPr>
          <a:xfrm>
            <a:off x="9277381" y="374936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C7E214EB-945D-9728-B23B-D8D9AC46DF55}"/>
              </a:ext>
            </a:extLst>
          </p:cNvPr>
          <p:cNvCxnSpPr>
            <a:cxnSpLocks/>
          </p:cNvCxnSpPr>
          <p:nvPr/>
        </p:nvCxnSpPr>
        <p:spPr>
          <a:xfrm>
            <a:off x="8296058" y="374936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83B2ACDC-0799-C0C3-67A1-8C30DE9CB0D6}"/>
              </a:ext>
            </a:extLst>
          </p:cNvPr>
          <p:cNvCxnSpPr>
            <a:cxnSpLocks/>
          </p:cNvCxnSpPr>
          <p:nvPr/>
        </p:nvCxnSpPr>
        <p:spPr>
          <a:xfrm>
            <a:off x="9277381" y="3739832"/>
            <a:ext cx="988156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7F1B474-5F07-A362-E51B-77D4AF45953F}"/>
              </a:ext>
            </a:extLst>
          </p:cNvPr>
          <p:cNvCxnSpPr>
            <a:cxnSpLocks/>
          </p:cNvCxnSpPr>
          <p:nvPr/>
        </p:nvCxnSpPr>
        <p:spPr>
          <a:xfrm>
            <a:off x="9946654" y="4518584"/>
            <a:ext cx="958681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FF707A05-19E8-BD55-A3C4-1B3391175610}"/>
              </a:ext>
            </a:extLst>
          </p:cNvPr>
          <p:cNvCxnSpPr>
            <a:cxnSpLocks/>
          </p:cNvCxnSpPr>
          <p:nvPr/>
        </p:nvCxnSpPr>
        <p:spPr>
          <a:xfrm>
            <a:off x="10265537" y="3756127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0595F5E1-3AAB-33BB-8FC0-1482E813E42F}"/>
              </a:ext>
            </a:extLst>
          </p:cNvPr>
          <p:cNvCxnSpPr>
            <a:cxnSpLocks/>
          </p:cNvCxnSpPr>
          <p:nvPr/>
        </p:nvCxnSpPr>
        <p:spPr>
          <a:xfrm>
            <a:off x="9284214" y="3756128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5AC06F20-BC6E-39C2-147E-E4DA2543BDBD}"/>
              </a:ext>
            </a:extLst>
          </p:cNvPr>
          <p:cNvSpPr/>
          <p:nvPr/>
        </p:nvSpPr>
        <p:spPr>
          <a:xfrm>
            <a:off x="7617449" y="303351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725B1C18-BBE6-2148-DD76-10A30C22FF35}"/>
              </a:ext>
            </a:extLst>
          </p:cNvPr>
          <p:cNvSpPr/>
          <p:nvPr/>
        </p:nvSpPr>
        <p:spPr>
          <a:xfrm>
            <a:off x="7975081" y="346319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5B6390BE-5928-25D7-1C86-68881AFFCB74}"/>
              </a:ext>
            </a:extLst>
          </p:cNvPr>
          <p:cNvSpPr/>
          <p:nvPr/>
        </p:nvSpPr>
        <p:spPr>
          <a:xfrm>
            <a:off x="10421296" y="4248372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0A7E94-33BD-413F-78C1-B682F4A00170}"/>
              </a:ext>
            </a:extLst>
          </p:cNvPr>
          <p:cNvCxnSpPr>
            <a:cxnSpLocks/>
          </p:cNvCxnSpPr>
          <p:nvPr/>
        </p:nvCxnSpPr>
        <p:spPr>
          <a:xfrm>
            <a:off x="3597766" y="4891739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9FAAF248-D587-DF09-B045-A72E0681CCDA}"/>
              </a:ext>
            </a:extLst>
          </p:cNvPr>
          <p:cNvCxnSpPr>
            <a:cxnSpLocks/>
          </p:cNvCxnSpPr>
          <p:nvPr/>
        </p:nvCxnSpPr>
        <p:spPr>
          <a:xfrm flipV="1">
            <a:off x="4591245" y="4112987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4C0F51D5-4866-A6AE-E1A9-6336E415EDA5}"/>
              </a:ext>
            </a:extLst>
          </p:cNvPr>
          <p:cNvCxnSpPr>
            <a:cxnSpLocks/>
          </p:cNvCxnSpPr>
          <p:nvPr/>
        </p:nvCxnSpPr>
        <p:spPr>
          <a:xfrm flipV="1">
            <a:off x="4591245" y="4891739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7756DED2-4762-2121-F274-D3FFE1481668}"/>
              </a:ext>
            </a:extLst>
          </p:cNvPr>
          <p:cNvSpPr/>
          <p:nvPr/>
        </p:nvSpPr>
        <p:spPr>
          <a:xfrm>
            <a:off x="967728" y="419758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031F7B7-5781-9AE1-2C6E-29ECEF680AEA}"/>
              </a:ext>
            </a:extLst>
          </p:cNvPr>
          <p:cNvSpPr/>
          <p:nvPr/>
        </p:nvSpPr>
        <p:spPr>
          <a:xfrm>
            <a:off x="815328" y="4628878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D4303AA-3E37-A993-9D39-A47285A2319F}"/>
              </a:ext>
            </a:extLst>
          </p:cNvPr>
          <p:cNvSpPr/>
          <p:nvPr/>
        </p:nvSpPr>
        <p:spPr>
          <a:xfrm>
            <a:off x="1325360" y="4627266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8597CF7-0AD5-706A-1D43-4A2982112388}"/>
              </a:ext>
            </a:extLst>
          </p:cNvPr>
          <p:cNvSpPr/>
          <p:nvPr/>
        </p:nvSpPr>
        <p:spPr>
          <a:xfrm>
            <a:off x="1960520" y="419758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AD9418-9739-48B1-E1F7-910C653E5979}"/>
              </a:ext>
            </a:extLst>
          </p:cNvPr>
          <p:cNvSpPr/>
          <p:nvPr/>
        </p:nvSpPr>
        <p:spPr>
          <a:xfrm>
            <a:off x="1808120" y="4628878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7BFBE4E-86ED-926E-A3F4-37324B51ACD4}"/>
              </a:ext>
            </a:extLst>
          </p:cNvPr>
          <p:cNvSpPr/>
          <p:nvPr/>
        </p:nvSpPr>
        <p:spPr>
          <a:xfrm>
            <a:off x="2318152" y="4627266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6008B907-65D5-3D5E-50D1-FE6A463C3E66}"/>
              </a:ext>
            </a:extLst>
          </p:cNvPr>
          <p:cNvSpPr/>
          <p:nvPr/>
        </p:nvSpPr>
        <p:spPr>
          <a:xfrm>
            <a:off x="955812" y="497633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FC1F122-9C78-3C22-295F-64C444F15914}"/>
              </a:ext>
            </a:extLst>
          </p:cNvPr>
          <p:cNvSpPr/>
          <p:nvPr/>
        </p:nvSpPr>
        <p:spPr>
          <a:xfrm>
            <a:off x="803412" y="540763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0BAB990-FF90-1B26-69D0-7006B467F57B}"/>
              </a:ext>
            </a:extLst>
          </p:cNvPr>
          <p:cNvSpPr/>
          <p:nvPr/>
        </p:nvSpPr>
        <p:spPr>
          <a:xfrm>
            <a:off x="1313444" y="540601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929F87B-4F20-54EB-1283-F5AFC6B5A9E6}"/>
              </a:ext>
            </a:extLst>
          </p:cNvPr>
          <p:cNvSpPr/>
          <p:nvPr/>
        </p:nvSpPr>
        <p:spPr>
          <a:xfrm>
            <a:off x="1948604" y="497633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D33FECE-F441-BC65-24DE-571C27D8D791}"/>
              </a:ext>
            </a:extLst>
          </p:cNvPr>
          <p:cNvSpPr/>
          <p:nvPr/>
        </p:nvSpPr>
        <p:spPr>
          <a:xfrm>
            <a:off x="1796204" y="540763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794A60-85C8-5170-8FE7-C54CB842D7BE}"/>
              </a:ext>
            </a:extLst>
          </p:cNvPr>
          <p:cNvSpPr/>
          <p:nvPr/>
        </p:nvSpPr>
        <p:spPr>
          <a:xfrm>
            <a:off x="2306236" y="540601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60C2192-CAC0-393D-906D-9CDCF564B0FF}"/>
              </a:ext>
            </a:extLst>
          </p:cNvPr>
          <p:cNvSpPr/>
          <p:nvPr/>
        </p:nvSpPr>
        <p:spPr>
          <a:xfrm>
            <a:off x="3917853" y="4199892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C98DBC7-7EC8-1856-B4B2-1A602194CC01}"/>
              </a:ext>
            </a:extLst>
          </p:cNvPr>
          <p:cNvSpPr/>
          <p:nvPr/>
        </p:nvSpPr>
        <p:spPr>
          <a:xfrm>
            <a:off x="3765453" y="4631184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B041BC9-F522-F1D3-D706-DBAE3500FAD2}"/>
              </a:ext>
            </a:extLst>
          </p:cNvPr>
          <p:cNvSpPr/>
          <p:nvPr/>
        </p:nvSpPr>
        <p:spPr>
          <a:xfrm>
            <a:off x="4275485" y="4629572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897D501B-5D91-9F13-4DDC-E74491D48DA9}"/>
              </a:ext>
            </a:extLst>
          </p:cNvPr>
          <p:cNvSpPr/>
          <p:nvPr/>
        </p:nvSpPr>
        <p:spPr>
          <a:xfrm>
            <a:off x="4910645" y="4199892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4419741-E298-7930-8547-03E6472671FA}"/>
              </a:ext>
            </a:extLst>
          </p:cNvPr>
          <p:cNvSpPr/>
          <p:nvPr/>
        </p:nvSpPr>
        <p:spPr>
          <a:xfrm>
            <a:off x="4758245" y="4631184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BC8EC084-0E4C-63B8-5E79-D70253B7C27C}"/>
              </a:ext>
            </a:extLst>
          </p:cNvPr>
          <p:cNvSpPr/>
          <p:nvPr/>
        </p:nvSpPr>
        <p:spPr>
          <a:xfrm>
            <a:off x="5268277" y="4629572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3B0F572-AC7B-65EA-2E15-3CB2BF729756}"/>
              </a:ext>
            </a:extLst>
          </p:cNvPr>
          <p:cNvSpPr/>
          <p:nvPr/>
        </p:nvSpPr>
        <p:spPr>
          <a:xfrm>
            <a:off x="3905937" y="4978644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CB524DE-6B84-F049-6AF4-93DDC9F64095}"/>
              </a:ext>
            </a:extLst>
          </p:cNvPr>
          <p:cNvSpPr/>
          <p:nvPr/>
        </p:nvSpPr>
        <p:spPr>
          <a:xfrm>
            <a:off x="3753537" y="5409936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15ABFBC-CD38-8E1A-1ED2-75CAB959620B}"/>
              </a:ext>
            </a:extLst>
          </p:cNvPr>
          <p:cNvSpPr/>
          <p:nvPr/>
        </p:nvSpPr>
        <p:spPr>
          <a:xfrm>
            <a:off x="4263569" y="5408324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8A03FAAE-7A7A-2483-7F33-6818CC62AF6E}"/>
              </a:ext>
            </a:extLst>
          </p:cNvPr>
          <p:cNvSpPr/>
          <p:nvPr/>
        </p:nvSpPr>
        <p:spPr>
          <a:xfrm>
            <a:off x="4898729" y="4978644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93E7E4C-279D-D080-54A4-DFC4E4BC1940}"/>
              </a:ext>
            </a:extLst>
          </p:cNvPr>
          <p:cNvSpPr/>
          <p:nvPr/>
        </p:nvSpPr>
        <p:spPr>
          <a:xfrm>
            <a:off x="4746329" y="5409936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D2C0A929-839C-1167-EF60-85A93A10E69B}"/>
              </a:ext>
            </a:extLst>
          </p:cNvPr>
          <p:cNvSpPr/>
          <p:nvPr/>
        </p:nvSpPr>
        <p:spPr>
          <a:xfrm>
            <a:off x="5256361" y="5408324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460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85A5-2160-ED84-D7A8-8EDE4E21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FFF822D0-6CF2-1598-4C14-E90D6BE74CF3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Evaluating Reasoning-Path Hidden Space for Crystals (</a:t>
            </a:r>
            <a:r>
              <a:rPr lang="en-US" altLang="zh-CN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Encode→Decode</a:t>
            </a: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BF0FBDB-8A57-B966-3634-4D50CFEB29A4}"/>
              </a:ext>
            </a:extLst>
          </p:cNvPr>
          <p:cNvSpPr/>
          <p:nvPr/>
        </p:nvSpPr>
        <p:spPr>
          <a:xfrm>
            <a:off x="1106565" y="1406958"/>
            <a:ext cx="1534147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Chemical</a:t>
            </a:r>
            <a:r>
              <a:rPr kumimoji="1"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formula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B859E01-FE4E-C79F-1108-E8469C04C3F4}"/>
              </a:ext>
            </a:extLst>
          </p:cNvPr>
          <p:cNvSpPr/>
          <p:nvPr/>
        </p:nvSpPr>
        <p:spPr>
          <a:xfrm>
            <a:off x="4128136" y="1406958"/>
            <a:ext cx="1534147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Crystal structure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1E89597-71E5-6655-D777-4E960921D787}"/>
              </a:ext>
            </a:extLst>
          </p:cNvPr>
          <p:cNvCxnSpPr/>
          <p:nvPr/>
        </p:nvCxnSpPr>
        <p:spPr>
          <a:xfrm>
            <a:off x="2640712" y="2019141"/>
            <a:ext cx="1487424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6A19D0B-33AB-8488-338E-3E517F4BE543}"/>
              </a:ext>
            </a:extLst>
          </p:cNvPr>
          <p:cNvCxnSpPr>
            <a:cxnSpLocks/>
          </p:cNvCxnSpPr>
          <p:nvPr/>
        </p:nvCxnSpPr>
        <p:spPr>
          <a:xfrm>
            <a:off x="3938572" y="2971991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028589D-F06F-7AAC-E75B-0C08158FDFF3}"/>
              </a:ext>
            </a:extLst>
          </p:cNvPr>
          <p:cNvCxnSpPr>
            <a:cxnSpLocks/>
          </p:cNvCxnSpPr>
          <p:nvPr/>
        </p:nvCxnSpPr>
        <p:spPr>
          <a:xfrm>
            <a:off x="3938572" y="2971991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495D3931-D110-922D-5C4C-E6CBABBD1E95}"/>
              </a:ext>
            </a:extLst>
          </p:cNvPr>
          <p:cNvCxnSpPr>
            <a:cxnSpLocks/>
          </p:cNvCxnSpPr>
          <p:nvPr/>
        </p:nvCxnSpPr>
        <p:spPr>
          <a:xfrm>
            <a:off x="3934933" y="3750744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3313231E-A170-D9DC-882C-8589D22A9927}"/>
              </a:ext>
            </a:extLst>
          </p:cNvPr>
          <p:cNvCxnSpPr>
            <a:cxnSpLocks/>
          </p:cNvCxnSpPr>
          <p:nvPr/>
        </p:nvCxnSpPr>
        <p:spPr>
          <a:xfrm>
            <a:off x="4931364" y="2971991"/>
            <a:ext cx="980877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9177BBB6-A5EB-FBAF-7C74-E28CFF4AE94B}"/>
              </a:ext>
            </a:extLst>
          </p:cNvPr>
          <p:cNvCxnSpPr>
            <a:cxnSpLocks/>
          </p:cNvCxnSpPr>
          <p:nvPr/>
        </p:nvCxnSpPr>
        <p:spPr>
          <a:xfrm>
            <a:off x="5912241" y="2971991"/>
            <a:ext cx="3639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BD56EBB-3519-8CBF-5213-80FA937C7970}"/>
              </a:ext>
            </a:extLst>
          </p:cNvPr>
          <p:cNvCxnSpPr>
            <a:cxnSpLocks/>
          </p:cNvCxnSpPr>
          <p:nvPr/>
        </p:nvCxnSpPr>
        <p:spPr>
          <a:xfrm>
            <a:off x="4927725" y="3750744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F42A6241-CDA5-20EF-9231-FCD55447BC76}"/>
              </a:ext>
            </a:extLst>
          </p:cNvPr>
          <p:cNvCxnSpPr>
            <a:cxnSpLocks/>
          </p:cNvCxnSpPr>
          <p:nvPr/>
        </p:nvCxnSpPr>
        <p:spPr>
          <a:xfrm>
            <a:off x="3926656" y="3750743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1B1E5997-86D9-94B0-C052-44EFBDFB8E32}"/>
              </a:ext>
            </a:extLst>
          </p:cNvPr>
          <p:cNvCxnSpPr>
            <a:cxnSpLocks/>
          </p:cNvCxnSpPr>
          <p:nvPr/>
        </p:nvCxnSpPr>
        <p:spPr>
          <a:xfrm>
            <a:off x="3923017" y="45294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F5C5EDFE-981E-F9E8-1822-7BA59ADE270F}"/>
              </a:ext>
            </a:extLst>
          </p:cNvPr>
          <p:cNvCxnSpPr>
            <a:cxnSpLocks/>
          </p:cNvCxnSpPr>
          <p:nvPr/>
        </p:nvCxnSpPr>
        <p:spPr>
          <a:xfrm>
            <a:off x="4919448" y="3750743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F369A21-82AE-CDC5-C825-5EA70188EA45}"/>
              </a:ext>
            </a:extLst>
          </p:cNvPr>
          <p:cNvCxnSpPr>
            <a:cxnSpLocks/>
          </p:cNvCxnSpPr>
          <p:nvPr/>
        </p:nvCxnSpPr>
        <p:spPr>
          <a:xfrm>
            <a:off x="5920518" y="3750743"/>
            <a:ext cx="0" cy="805446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07197185-484A-69DB-B5AD-998F64A074FE}"/>
              </a:ext>
            </a:extLst>
          </p:cNvPr>
          <p:cNvCxnSpPr>
            <a:cxnSpLocks/>
          </p:cNvCxnSpPr>
          <p:nvPr/>
        </p:nvCxnSpPr>
        <p:spPr>
          <a:xfrm>
            <a:off x="4915809" y="45294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BA7F5738-5BE8-9CBB-4BD6-17967D569732}"/>
              </a:ext>
            </a:extLst>
          </p:cNvPr>
          <p:cNvSpPr/>
          <p:nvPr/>
        </p:nvSpPr>
        <p:spPr>
          <a:xfrm>
            <a:off x="8661920" y="220325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50C85AE-A4A8-F929-3E2F-0AADE90611AF}"/>
              </a:ext>
            </a:extLst>
          </p:cNvPr>
          <p:cNvSpPr/>
          <p:nvPr/>
        </p:nvSpPr>
        <p:spPr>
          <a:xfrm>
            <a:off x="8509520" y="263454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D64164AE-AAD0-C67E-23B8-D32240D8D685}"/>
              </a:ext>
            </a:extLst>
          </p:cNvPr>
          <p:cNvSpPr/>
          <p:nvPr/>
        </p:nvSpPr>
        <p:spPr>
          <a:xfrm>
            <a:off x="9019552" y="263293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3834564C-1EE2-4E3B-1D07-CD1FA5736A18}"/>
              </a:ext>
            </a:extLst>
          </p:cNvPr>
          <p:cNvCxnSpPr>
            <a:cxnSpLocks/>
          </p:cNvCxnSpPr>
          <p:nvPr/>
        </p:nvCxnSpPr>
        <p:spPr>
          <a:xfrm>
            <a:off x="8346639" y="2126836"/>
            <a:ext cx="994989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355DDFE9-B8B5-ACAC-2BE8-22B6C494474F}"/>
              </a:ext>
            </a:extLst>
          </p:cNvPr>
          <p:cNvSpPr/>
          <p:nvPr/>
        </p:nvSpPr>
        <p:spPr>
          <a:xfrm>
            <a:off x="9654712" y="220325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90F48C6-1926-F90E-4C2D-EDA5A9E050B8}"/>
              </a:ext>
            </a:extLst>
          </p:cNvPr>
          <p:cNvSpPr/>
          <p:nvPr/>
        </p:nvSpPr>
        <p:spPr>
          <a:xfrm>
            <a:off x="9502312" y="263454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F9C54E10-D076-4E67-1ABD-6045011993D3}"/>
              </a:ext>
            </a:extLst>
          </p:cNvPr>
          <p:cNvSpPr/>
          <p:nvPr/>
        </p:nvSpPr>
        <p:spPr>
          <a:xfrm>
            <a:off x="10012344" y="263293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4C34B39E-8591-94D5-F3CA-BB9BF696C103}"/>
              </a:ext>
            </a:extLst>
          </p:cNvPr>
          <p:cNvSpPr/>
          <p:nvPr/>
        </p:nvSpPr>
        <p:spPr>
          <a:xfrm>
            <a:off x="8650004" y="298200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41222B0-8969-FFD0-3847-C7F7B170C8B1}"/>
              </a:ext>
            </a:extLst>
          </p:cNvPr>
          <p:cNvSpPr/>
          <p:nvPr/>
        </p:nvSpPr>
        <p:spPr>
          <a:xfrm>
            <a:off x="8497604" y="341330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4740AAB1-E6D6-B485-F697-E4752BCCDD78}"/>
              </a:ext>
            </a:extLst>
          </p:cNvPr>
          <p:cNvSpPr/>
          <p:nvPr/>
        </p:nvSpPr>
        <p:spPr>
          <a:xfrm>
            <a:off x="9007636" y="341168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A44B649-1888-08A1-34FC-E770F703EE24}"/>
              </a:ext>
            </a:extLst>
          </p:cNvPr>
          <p:cNvCxnSpPr>
            <a:cxnSpLocks/>
          </p:cNvCxnSpPr>
          <p:nvPr/>
        </p:nvCxnSpPr>
        <p:spPr>
          <a:xfrm>
            <a:off x="9015912" y="290558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6BACF3F0-2472-6C77-5F72-C76400174E55}"/>
              </a:ext>
            </a:extLst>
          </p:cNvPr>
          <p:cNvSpPr/>
          <p:nvPr/>
        </p:nvSpPr>
        <p:spPr>
          <a:xfrm>
            <a:off x="9642796" y="298200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041B1334-14E4-818D-AA37-98F3CF7CBDCC}"/>
              </a:ext>
            </a:extLst>
          </p:cNvPr>
          <p:cNvSpPr/>
          <p:nvPr/>
        </p:nvSpPr>
        <p:spPr>
          <a:xfrm>
            <a:off x="9490396" y="341330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1D3BD0A-E888-1941-E332-B64FC367A331}"/>
              </a:ext>
            </a:extLst>
          </p:cNvPr>
          <p:cNvSpPr/>
          <p:nvPr/>
        </p:nvSpPr>
        <p:spPr>
          <a:xfrm>
            <a:off x="10000428" y="341168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C7D09DED-3195-48FE-88EF-1E4128FD741C}"/>
              </a:ext>
            </a:extLst>
          </p:cNvPr>
          <p:cNvCxnSpPr>
            <a:cxnSpLocks/>
          </p:cNvCxnSpPr>
          <p:nvPr/>
        </p:nvCxnSpPr>
        <p:spPr>
          <a:xfrm>
            <a:off x="8346639" y="2126836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55BA37CD-150B-17AD-76C8-3759AA75F9C9}"/>
              </a:ext>
            </a:extLst>
          </p:cNvPr>
          <p:cNvCxnSpPr>
            <a:cxnSpLocks/>
          </p:cNvCxnSpPr>
          <p:nvPr/>
        </p:nvCxnSpPr>
        <p:spPr>
          <a:xfrm>
            <a:off x="9334795" y="214313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79D7FED9-2334-A3E0-1DC7-95ABBCA1D95E}"/>
              </a:ext>
            </a:extLst>
          </p:cNvPr>
          <p:cNvCxnSpPr>
            <a:cxnSpLocks/>
          </p:cNvCxnSpPr>
          <p:nvPr/>
        </p:nvCxnSpPr>
        <p:spPr>
          <a:xfrm>
            <a:off x="7365316" y="2126837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B09A20D7-201F-5B12-BE3D-C4588B97D33A}"/>
              </a:ext>
            </a:extLst>
          </p:cNvPr>
          <p:cNvCxnSpPr>
            <a:cxnSpLocks/>
          </p:cNvCxnSpPr>
          <p:nvPr/>
        </p:nvCxnSpPr>
        <p:spPr>
          <a:xfrm>
            <a:off x="8034589" y="2905589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F7B7D676-9A31-A3E9-A00C-4C9FE37459F0}"/>
              </a:ext>
            </a:extLst>
          </p:cNvPr>
          <p:cNvCxnSpPr>
            <a:cxnSpLocks/>
          </p:cNvCxnSpPr>
          <p:nvPr/>
        </p:nvCxnSpPr>
        <p:spPr>
          <a:xfrm>
            <a:off x="7365316" y="2126837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C9983389-622B-A010-F0DE-F863A19802FA}"/>
              </a:ext>
            </a:extLst>
          </p:cNvPr>
          <p:cNvCxnSpPr>
            <a:cxnSpLocks/>
          </p:cNvCxnSpPr>
          <p:nvPr/>
        </p:nvCxnSpPr>
        <p:spPr>
          <a:xfrm>
            <a:off x="8353472" y="214313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704D048C-1BF7-67E3-E6D6-F029D733D7CD}"/>
              </a:ext>
            </a:extLst>
          </p:cNvPr>
          <p:cNvCxnSpPr>
            <a:cxnSpLocks/>
          </p:cNvCxnSpPr>
          <p:nvPr/>
        </p:nvCxnSpPr>
        <p:spPr>
          <a:xfrm>
            <a:off x="8346639" y="29011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F231589-B34B-4AA7-9D3A-9E05EB763C02}"/>
              </a:ext>
            </a:extLst>
          </p:cNvPr>
          <p:cNvCxnSpPr>
            <a:cxnSpLocks/>
          </p:cNvCxnSpPr>
          <p:nvPr/>
        </p:nvCxnSpPr>
        <p:spPr>
          <a:xfrm>
            <a:off x="9015912" y="367994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A043CD1C-8E6D-D017-D047-6F6E63F2A997}"/>
              </a:ext>
            </a:extLst>
          </p:cNvPr>
          <p:cNvCxnSpPr>
            <a:cxnSpLocks/>
          </p:cNvCxnSpPr>
          <p:nvPr/>
        </p:nvCxnSpPr>
        <p:spPr>
          <a:xfrm>
            <a:off x="9334795" y="291749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41026413-D179-9E59-D159-B3DAEA0FF6CE}"/>
              </a:ext>
            </a:extLst>
          </p:cNvPr>
          <p:cNvCxnSpPr>
            <a:cxnSpLocks/>
          </p:cNvCxnSpPr>
          <p:nvPr/>
        </p:nvCxnSpPr>
        <p:spPr>
          <a:xfrm>
            <a:off x="8353472" y="291749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5315AD44-06E9-581E-F419-26D5FBFE53D7}"/>
              </a:ext>
            </a:extLst>
          </p:cNvPr>
          <p:cNvCxnSpPr>
            <a:cxnSpLocks/>
          </p:cNvCxnSpPr>
          <p:nvPr/>
        </p:nvCxnSpPr>
        <p:spPr>
          <a:xfrm>
            <a:off x="9334795" y="2907962"/>
            <a:ext cx="988156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51EC8761-F5DA-3766-98B7-29C4062A6CC9}"/>
              </a:ext>
            </a:extLst>
          </p:cNvPr>
          <p:cNvCxnSpPr>
            <a:cxnSpLocks/>
          </p:cNvCxnSpPr>
          <p:nvPr/>
        </p:nvCxnSpPr>
        <p:spPr>
          <a:xfrm>
            <a:off x="10004068" y="3686714"/>
            <a:ext cx="958681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5CB321F9-9D9F-352D-507D-BF761E9C1899}"/>
              </a:ext>
            </a:extLst>
          </p:cNvPr>
          <p:cNvCxnSpPr>
            <a:cxnSpLocks/>
          </p:cNvCxnSpPr>
          <p:nvPr/>
        </p:nvCxnSpPr>
        <p:spPr>
          <a:xfrm>
            <a:off x="10322951" y="2924257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7A052D5-7D3D-9F2F-CBF5-F9FBB6948522}"/>
              </a:ext>
            </a:extLst>
          </p:cNvPr>
          <p:cNvCxnSpPr>
            <a:cxnSpLocks/>
          </p:cNvCxnSpPr>
          <p:nvPr/>
        </p:nvCxnSpPr>
        <p:spPr>
          <a:xfrm>
            <a:off x="9341628" y="2924258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D2291658-A648-5051-C740-9DBCAED82FDA}"/>
              </a:ext>
            </a:extLst>
          </p:cNvPr>
          <p:cNvSpPr/>
          <p:nvPr/>
        </p:nvSpPr>
        <p:spPr>
          <a:xfrm>
            <a:off x="7674863" y="220164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8DCB346C-6A52-E1CD-FBF0-4A5943EA8666}"/>
              </a:ext>
            </a:extLst>
          </p:cNvPr>
          <p:cNvSpPr/>
          <p:nvPr/>
        </p:nvSpPr>
        <p:spPr>
          <a:xfrm>
            <a:off x="8032495" y="263132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2E3E8708-E2F4-FD5A-6296-1E5827C7776F}"/>
              </a:ext>
            </a:extLst>
          </p:cNvPr>
          <p:cNvSpPr/>
          <p:nvPr/>
        </p:nvSpPr>
        <p:spPr>
          <a:xfrm>
            <a:off x="10478710" y="3416502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792A85C-C95B-DADD-0EAC-1B57809ABF27}"/>
              </a:ext>
            </a:extLst>
          </p:cNvPr>
          <p:cNvCxnSpPr>
            <a:cxnSpLocks/>
          </p:cNvCxnSpPr>
          <p:nvPr/>
        </p:nvCxnSpPr>
        <p:spPr>
          <a:xfrm>
            <a:off x="3937885" y="3750743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6DCD47C-E44E-CAC1-BD18-E490FE901B5F}"/>
              </a:ext>
            </a:extLst>
          </p:cNvPr>
          <p:cNvCxnSpPr>
            <a:cxnSpLocks/>
          </p:cNvCxnSpPr>
          <p:nvPr/>
        </p:nvCxnSpPr>
        <p:spPr>
          <a:xfrm flipV="1">
            <a:off x="4931364" y="2971991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4A3890A0-E675-F4D5-D578-8D9035A92DC0}"/>
              </a:ext>
            </a:extLst>
          </p:cNvPr>
          <p:cNvCxnSpPr>
            <a:cxnSpLocks/>
          </p:cNvCxnSpPr>
          <p:nvPr/>
        </p:nvCxnSpPr>
        <p:spPr>
          <a:xfrm flipV="1">
            <a:off x="4931364" y="3750743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52F1B07F-B90E-D223-BC3A-DF54FACF2D1F}"/>
              </a:ext>
            </a:extLst>
          </p:cNvPr>
          <p:cNvSpPr/>
          <p:nvPr/>
        </p:nvSpPr>
        <p:spPr>
          <a:xfrm>
            <a:off x="1310099" y="363313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EC03001-AD91-8321-6D8A-02F81F1BB9B1}"/>
              </a:ext>
            </a:extLst>
          </p:cNvPr>
          <p:cNvSpPr/>
          <p:nvPr/>
        </p:nvSpPr>
        <p:spPr>
          <a:xfrm>
            <a:off x="1157699" y="406443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2FFCDE4-F5F7-CDC0-7C4E-7474939A5E0E}"/>
              </a:ext>
            </a:extLst>
          </p:cNvPr>
          <p:cNvSpPr/>
          <p:nvPr/>
        </p:nvSpPr>
        <p:spPr>
          <a:xfrm>
            <a:off x="1667731" y="406281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A378F62-D4BB-39C1-4BD3-58B72FB32E0B}"/>
              </a:ext>
            </a:extLst>
          </p:cNvPr>
          <p:cNvSpPr/>
          <p:nvPr/>
        </p:nvSpPr>
        <p:spPr>
          <a:xfrm>
            <a:off x="2302891" y="363313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254EDD9-CDAD-D21B-8BA1-03930203E6C5}"/>
              </a:ext>
            </a:extLst>
          </p:cNvPr>
          <p:cNvSpPr/>
          <p:nvPr/>
        </p:nvSpPr>
        <p:spPr>
          <a:xfrm>
            <a:off x="2150491" y="406443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5F62479-9571-F542-2994-5F76F96A03DC}"/>
              </a:ext>
            </a:extLst>
          </p:cNvPr>
          <p:cNvSpPr/>
          <p:nvPr/>
        </p:nvSpPr>
        <p:spPr>
          <a:xfrm>
            <a:off x="2660523" y="406281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6CAB725-2465-081F-997D-BF23DD4C7FDD}"/>
              </a:ext>
            </a:extLst>
          </p:cNvPr>
          <p:cNvSpPr/>
          <p:nvPr/>
        </p:nvSpPr>
        <p:spPr>
          <a:xfrm>
            <a:off x="1298183" y="441189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B1EB996F-BFB8-5F6D-BFE5-90D01F3E4A59}"/>
              </a:ext>
            </a:extLst>
          </p:cNvPr>
          <p:cNvSpPr/>
          <p:nvPr/>
        </p:nvSpPr>
        <p:spPr>
          <a:xfrm>
            <a:off x="1145783" y="4843182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2DFB402-0A03-B844-F413-C64C9FB1C677}"/>
              </a:ext>
            </a:extLst>
          </p:cNvPr>
          <p:cNvSpPr/>
          <p:nvPr/>
        </p:nvSpPr>
        <p:spPr>
          <a:xfrm>
            <a:off x="1655815" y="4841570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4DA6B80-3F86-2EDD-6592-F9340AAAAC11}"/>
              </a:ext>
            </a:extLst>
          </p:cNvPr>
          <p:cNvSpPr/>
          <p:nvPr/>
        </p:nvSpPr>
        <p:spPr>
          <a:xfrm>
            <a:off x="2290975" y="441189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DC852FE-CF79-5B0E-56A8-501CB7380FE3}"/>
              </a:ext>
            </a:extLst>
          </p:cNvPr>
          <p:cNvSpPr/>
          <p:nvPr/>
        </p:nvSpPr>
        <p:spPr>
          <a:xfrm>
            <a:off x="2138575" y="4843182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3068783-4226-5D8F-4A87-A6F5CFE68226}"/>
              </a:ext>
            </a:extLst>
          </p:cNvPr>
          <p:cNvSpPr/>
          <p:nvPr/>
        </p:nvSpPr>
        <p:spPr>
          <a:xfrm>
            <a:off x="2648607" y="4841570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EEBA953-2032-566B-7AF7-ED46D3A2A3F8}"/>
              </a:ext>
            </a:extLst>
          </p:cNvPr>
          <p:cNvSpPr/>
          <p:nvPr/>
        </p:nvSpPr>
        <p:spPr>
          <a:xfrm>
            <a:off x="4257972" y="305889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6C6085E-94E0-E7EB-442B-628263109693}"/>
              </a:ext>
            </a:extLst>
          </p:cNvPr>
          <p:cNvSpPr/>
          <p:nvPr/>
        </p:nvSpPr>
        <p:spPr>
          <a:xfrm>
            <a:off x="4105572" y="3490188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86E7903-4A88-A590-F64A-C211D4C7D0B1}"/>
              </a:ext>
            </a:extLst>
          </p:cNvPr>
          <p:cNvSpPr/>
          <p:nvPr/>
        </p:nvSpPr>
        <p:spPr>
          <a:xfrm>
            <a:off x="4615604" y="3488576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DA7F6B94-3FDA-FD5C-0806-1C5C3D02D925}"/>
              </a:ext>
            </a:extLst>
          </p:cNvPr>
          <p:cNvSpPr/>
          <p:nvPr/>
        </p:nvSpPr>
        <p:spPr>
          <a:xfrm>
            <a:off x="5250764" y="305889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F4A601D-4D97-79E3-4967-AEA32C83E4A9}"/>
              </a:ext>
            </a:extLst>
          </p:cNvPr>
          <p:cNvSpPr/>
          <p:nvPr/>
        </p:nvSpPr>
        <p:spPr>
          <a:xfrm>
            <a:off x="5098364" y="3490188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20D4E525-EBF7-4942-88E8-51BCF25A6963}"/>
              </a:ext>
            </a:extLst>
          </p:cNvPr>
          <p:cNvSpPr/>
          <p:nvPr/>
        </p:nvSpPr>
        <p:spPr>
          <a:xfrm>
            <a:off x="5608396" y="3488576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A3A20405-2436-3882-8711-B55D3D991BF9}"/>
              </a:ext>
            </a:extLst>
          </p:cNvPr>
          <p:cNvSpPr/>
          <p:nvPr/>
        </p:nvSpPr>
        <p:spPr>
          <a:xfrm>
            <a:off x="4246056" y="383764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8BEA166-5FE2-7EE9-C9AB-3203F5DF748E}"/>
              </a:ext>
            </a:extLst>
          </p:cNvPr>
          <p:cNvSpPr/>
          <p:nvPr/>
        </p:nvSpPr>
        <p:spPr>
          <a:xfrm>
            <a:off x="4093656" y="426894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849C7ED2-C954-F364-B3CC-23D2D9A84582}"/>
              </a:ext>
            </a:extLst>
          </p:cNvPr>
          <p:cNvSpPr/>
          <p:nvPr/>
        </p:nvSpPr>
        <p:spPr>
          <a:xfrm>
            <a:off x="4603688" y="426732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202550AE-F0FA-D378-DB2E-0F0877080EDF}"/>
              </a:ext>
            </a:extLst>
          </p:cNvPr>
          <p:cNvSpPr/>
          <p:nvPr/>
        </p:nvSpPr>
        <p:spPr>
          <a:xfrm>
            <a:off x="5238848" y="383764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E00CBA6-4C06-1164-7A96-84CB2917D65A}"/>
              </a:ext>
            </a:extLst>
          </p:cNvPr>
          <p:cNvSpPr/>
          <p:nvPr/>
        </p:nvSpPr>
        <p:spPr>
          <a:xfrm>
            <a:off x="5086448" y="426894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F059BEAF-F872-929E-EED6-EE5B0462FE75}"/>
              </a:ext>
            </a:extLst>
          </p:cNvPr>
          <p:cNvSpPr/>
          <p:nvPr/>
        </p:nvSpPr>
        <p:spPr>
          <a:xfrm>
            <a:off x="5596480" y="426732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圆角矩形 2">
                <a:extLst>
                  <a:ext uri="{FF2B5EF4-FFF2-40B4-BE49-F238E27FC236}">
                    <a16:creationId xmlns:a16="http://schemas.microsoft.com/office/drawing/2014/main" id="{79708A03-61C0-B4D7-1B95-B4C7968BDFBD}"/>
                  </a:ext>
                </a:extLst>
              </p:cNvPr>
              <p:cNvSpPr/>
              <p:nvPr/>
            </p:nvSpPr>
            <p:spPr>
              <a:xfrm>
                <a:off x="3708778" y="4594571"/>
                <a:ext cx="2445172" cy="69665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= (3, 0)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= (2, 0) </a:t>
                </a:r>
                <a:endParaRPr kumimoji="1" lang="zh-CN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圆角矩形 2">
                <a:extLst>
                  <a:ext uri="{FF2B5EF4-FFF2-40B4-BE49-F238E27FC236}">
                    <a16:creationId xmlns:a16="http://schemas.microsoft.com/office/drawing/2014/main" id="{79708A03-61C0-B4D7-1B95-B4C7968BD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778" y="4594571"/>
                <a:ext cx="2445172" cy="696651"/>
              </a:xfrm>
              <a:prstGeom prst="roundRect">
                <a:avLst/>
              </a:prstGeom>
              <a:blipFill>
                <a:blip r:embed="rId2"/>
                <a:stretch>
                  <a:fillRect t="-5263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FA7BE225-4526-1C8C-5886-0F2C5289E3E3}"/>
                  </a:ext>
                </a:extLst>
              </p:cNvPr>
              <p:cNvSpPr/>
              <p:nvPr/>
            </p:nvSpPr>
            <p:spPr>
              <a:xfrm>
                <a:off x="3708778" y="5355556"/>
                <a:ext cx="2445173" cy="108323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red = 0.3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+ 0.9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en-US" altLang="zh-C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blue = 0.2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+ 0.15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en-US" altLang="zh-C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purple = 0.8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+ 0.15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zh-CN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FA7BE225-4526-1C8C-5886-0F2C5289E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778" y="5355556"/>
                <a:ext cx="2445173" cy="1083233"/>
              </a:xfrm>
              <a:prstGeom prst="roundRect">
                <a:avLst/>
              </a:prstGeom>
              <a:blipFill>
                <a:blip r:embed="rId3"/>
                <a:stretch>
                  <a:fillRect b="-9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5B62CE60-92D0-0BE6-006C-CEADE10405C1}"/>
                  </a:ext>
                </a:extLst>
              </p:cNvPr>
              <p:cNvSpPr/>
              <p:nvPr/>
            </p:nvSpPr>
            <p:spPr>
              <a:xfrm>
                <a:off x="7961302" y="4059898"/>
                <a:ext cx="2749563" cy="69665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= (3, 0)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b="0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 = (2, </a:t>
                </a:r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highlight>
                      <a:srgbClr val="FFFF00"/>
                    </a:highlight>
                  </a:rPr>
                  <a:t>-1.5</a:t>
                </a:r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 </a:t>
                </a:r>
                <a:endParaRPr kumimoji="1" lang="zh-CN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5B62CE60-92D0-0BE6-006C-CEADE1040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302" y="4059898"/>
                <a:ext cx="2749563" cy="696651"/>
              </a:xfrm>
              <a:prstGeom prst="roundRect">
                <a:avLst/>
              </a:prstGeom>
              <a:blipFill>
                <a:blip r:embed="rId4"/>
                <a:stretch>
                  <a:fillRect t="-7143" b="-16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4959AD9A-7C4D-4392-359C-E3DC31CC1EF4}"/>
                  </a:ext>
                </a:extLst>
              </p:cNvPr>
              <p:cNvSpPr/>
              <p:nvPr/>
            </p:nvSpPr>
            <p:spPr>
              <a:xfrm>
                <a:off x="7961303" y="4820883"/>
                <a:ext cx="2760484" cy="108323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red = </a:t>
                </a:r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highlight>
                      <a:srgbClr val="FFFF00"/>
                    </a:highlight>
                  </a:rPr>
                  <a:t>0.75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+ 0.9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en-US" altLang="zh-C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blue = </a:t>
                </a:r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highlight>
                      <a:srgbClr val="FFFF00"/>
                    </a:highlight>
                  </a:rPr>
                  <a:t>0.275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+ 0.15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en-US" altLang="zh-C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purple = </a:t>
                </a:r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highlight>
                      <a:srgbClr val="FFFF00"/>
                    </a:highlight>
                  </a:rPr>
                  <a:t>0.875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en-US" altLang="zh-C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+ 0.15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kumimoji="1" lang="zh-CN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4959AD9A-7C4D-4392-359C-E3DC31CC1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303" y="4820883"/>
                <a:ext cx="2760484" cy="1083233"/>
              </a:xfrm>
              <a:prstGeom prst="roundRect">
                <a:avLst/>
              </a:prstGeom>
              <a:blipFill>
                <a:blip r:embed="rId5"/>
                <a:stretch>
                  <a:fillRect b="-9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807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4442-6B03-946E-EF8F-06AE82A9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763DD992-6694-EFE6-8814-16AE088C3FE3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Evaluating Reasoning-Path Hidden Space for Crystals (</a:t>
            </a:r>
            <a:r>
              <a:rPr lang="en-US" altLang="zh-CN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Encode→Decode</a:t>
            </a: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04396B86-2B71-3A43-ED1D-F8D785341860}"/>
              </a:ext>
            </a:extLst>
          </p:cNvPr>
          <p:cNvCxnSpPr>
            <a:cxnSpLocks/>
          </p:cNvCxnSpPr>
          <p:nvPr/>
        </p:nvCxnSpPr>
        <p:spPr>
          <a:xfrm>
            <a:off x="1544496" y="1712943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CD0C7DD-99BD-8D49-A745-44183DAFA528}"/>
              </a:ext>
            </a:extLst>
          </p:cNvPr>
          <p:cNvCxnSpPr>
            <a:cxnSpLocks/>
          </p:cNvCxnSpPr>
          <p:nvPr/>
        </p:nvCxnSpPr>
        <p:spPr>
          <a:xfrm>
            <a:off x="1544496" y="1712943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F680EF31-773C-4950-008C-0E5F33E960C0}"/>
              </a:ext>
            </a:extLst>
          </p:cNvPr>
          <p:cNvCxnSpPr>
            <a:cxnSpLocks/>
          </p:cNvCxnSpPr>
          <p:nvPr/>
        </p:nvCxnSpPr>
        <p:spPr>
          <a:xfrm>
            <a:off x="1540857" y="24916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AF9C0DF-3311-5598-FC72-8849AC81D740}"/>
              </a:ext>
            </a:extLst>
          </p:cNvPr>
          <p:cNvCxnSpPr>
            <a:cxnSpLocks/>
          </p:cNvCxnSpPr>
          <p:nvPr/>
        </p:nvCxnSpPr>
        <p:spPr>
          <a:xfrm>
            <a:off x="2537288" y="1712943"/>
            <a:ext cx="980877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83DB611F-946D-79BF-0DA1-21C98FA14CC5}"/>
              </a:ext>
            </a:extLst>
          </p:cNvPr>
          <p:cNvCxnSpPr>
            <a:cxnSpLocks/>
          </p:cNvCxnSpPr>
          <p:nvPr/>
        </p:nvCxnSpPr>
        <p:spPr>
          <a:xfrm>
            <a:off x="3518165" y="1712943"/>
            <a:ext cx="3639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E95C55FC-90C2-0664-3B9B-D34E9CEB9131}"/>
              </a:ext>
            </a:extLst>
          </p:cNvPr>
          <p:cNvCxnSpPr>
            <a:cxnSpLocks/>
          </p:cNvCxnSpPr>
          <p:nvPr/>
        </p:nvCxnSpPr>
        <p:spPr>
          <a:xfrm>
            <a:off x="2533649" y="24916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240FFDE7-1BC8-52E4-9ED7-CCDC9DC038BA}"/>
              </a:ext>
            </a:extLst>
          </p:cNvPr>
          <p:cNvCxnSpPr>
            <a:cxnSpLocks/>
          </p:cNvCxnSpPr>
          <p:nvPr/>
        </p:nvCxnSpPr>
        <p:spPr>
          <a:xfrm>
            <a:off x="1532580" y="2491695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823A9819-51D5-F6E1-D3BA-060D378E868C}"/>
              </a:ext>
            </a:extLst>
          </p:cNvPr>
          <p:cNvCxnSpPr>
            <a:cxnSpLocks/>
          </p:cNvCxnSpPr>
          <p:nvPr/>
        </p:nvCxnSpPr>
        <p:spPr>
          <a:xfrm>
            <a:off x="1528941" y="327044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A8F91B24-68C5-9F91-E6B1-DA0AB86C8F99}"/>
              </a:ext>
            </a:extLst>
          </p:cNvPr>
          <p:cNvCxnSpPr>
            <a:cxnSpLocks/>
          </p:cNvCxnSpPr>
          <p:nvPr/>
        </p:nvCxnSpPr>
        <p:spPr>
          <a:xfrm>
            <a:off x="2525372" y="2491695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C3420C5-8C89-2C0A-BA92-641BED30661F}"/>
              </a:ext>
            </a:extLst>
          </p:cNvPr>
          <p:cNvCxnSpPr>
            <a:cxnSpLocks/>
          </p:cNvCxnSpPr>
          <p:nvPr/>
        </p:nvCxnSpPr>
        <p:spPr>
          <a:xfrm>
            <a:off x="3526442" y="2491695"/>
            <a:ext cx="0" cy="805446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8ADFB205-40A9-AA09-0C69-BA4FD2BC9A42}"/>
              </a:ext>
            </a:extLst>
          </p:cNvPr>
          <p:cNvCxnSpPr>
            <a:cxnSpLocks/>
          </p:cNvCxnSpPr>
          <p:nvPr/>
        </p:nvCxnSpPr>
        <p:spPr>
          <a:xfrm>
            <a:off x="2521733" y="327044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D45D4438-CF23-EB59-7AA9-CEF051302938}"/>
              </a:ext>
            </a:extLst>
          </p:cNvPr>
          <p:cNvSpPr/>
          <p:nvPr/>
        </p:nvSpPr>
        <p:spPr>
          <a:xfrm>
            <a:off x="2510158" y="426065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7A0279FD-6F05-C4A8-6CED-1556FB22F767}"/>
              </a:ext>
            </a:extLst>
          </p:cNvPr>
          <p:cNvSpPr/>
          <p:nvPr/>
        </p:nvSpPr>
        <p:spPr>
          <a:xfrm>
            <a:off x="2357758" y="469194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B9382C3E-F4B1-31AA-ED20-48172B431558}"/>
              </a:ext>
            </a:extLst>
          </p:cNvPr>
          <p:cNvSpPr/>
          <p:nvPr/>
        </p:nvSpPr>
        <p:spPr>
          <a:xfrm>
            <a:off x="2867790" y="469033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D8CE516A-8B51-1E67-0F86-298654C07F20}"/>
              </a:ext>
            </a:extLst>
          </p:cNvPr>
          <p:cNvCxnSpPr>
            <a:cxnSpLocks/>
          </p:cNvCxnSpPr>
          <p:nvPr/>
        </p:nvCxnSpPr>
        <p:spPr>
          <a:xfrm>
            <a:off x="2194877" y="4184236"/>
            <a:ext cx="994989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D24D3F4A-F710-ED73-7A5C-C08F74ED3E51}"/>
              </a:ext>
            </a:extLst>
          </p:cNvPr>
          <p:cNvSpPr/>
          <p:nvPr/>
        </p:nvSpPr>
        <p:spPr>
          <a:xfrm>
            <a:off x="3502950" y="426065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2F60125-A805-AAAA-CBA9-80D1BD27E22D}"/>
              </a:ext>
            </a:extLst>
          </p:cNvPr>
          <p:cNvSpPr/>
          <p:nvPr/>
        </p:nvSpPr>
        <p:spPr>
          <a:xfrm>
            <a:off x="3350550" y="4691949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7EACE5C-36E7-AF28-E2F8-7E4DB8537973}"/>
              </a:ext>
            </a:extLst>
          </p:cNvPr>
          <p:cNvSpPr/>
          <p:nvPr/>
        </p:nvSpPr>
        <p:spPr>
          <a:xfrm>
            <a:off x="3860582" y="4690337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40E6C04-3455-F5D5-156B-B82F2FFB7E2B}"/>
              </a:ext>
            </a:extLst>
          </p:cNvPr>
          <p:cNvSpPr/>
          <p:nvPr/>
        </p:nvSpPr>
        <p:spPr>
          <a:xfrm>
            <a:off x="2498242" y="503940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8D3AD69-A198-324B-25ED-18FE8B7F4E29}"/>
              </a:ext>
            </a:extLst>
          </p:cNvPr>
          <p:cNvSpPr/>
          <p:nvPr/>
        </p:nvSpPr>
        <p:spPr>
          <a:xfrm>
            <a:off x="2345842" y="547070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140F74D5-E043-868E-1B9F-24B0363F7CB3}"/>
              </a:ext>
            </a:extLst>
          </p:cNvPr>
          <p:cNvSpPr/>
          <p:nvPr/>
        </p:nvSpPr>
        <p:spPr>
          <a:xfrm>
            <a:off x="2855874" y="546908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6626D71B-C63C-8165-71C3-8967C192BFB3}"/>
              </a:ext>
            </a:extLst>
          </p:cNvPr>
          <p:cNvCxnSpPr>
            <a:cxnSpLocks/>
          </p:cNvCxnSpPr>
          <p:nvPr/>
        </p:nvCxnSpPr>
        <p:spPr>
          <a:xfrm>
            <a:off x="2864150" y="496298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B5C2AAB1-9975-1E69-CD3D-FA17BB8FF379}"/>
              </a:ext>
            </a:extLst>
          </p:cNvPr>
          <p:cNvSpPr/>
          <p:nvPr/>
        </p:nvSpPr>
        <p:spPr>
          <a:xfrm>
            <a:off x="3491034" y="503940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333D077-9610-ACBA-9E77-4FA46379B114}"/>
              </a:ext>
            </a:extLst>
          </p:cNvPr>
          <p:cNvSpPr/>
          <p:nvPr/>
        </p:nvSpPr>
        <p:spPr>
          <a:xfrm>
            <a:off x="3338634" y="5470701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FA9775A-1B84-F0E5-3464-81E39514E441}"/>
              </a:ext>
            </a:extLst>
          </p:cNvPr>
          <p:cNvSpPr/>
          <p:nvPr/>
        </p:nvSpPr>
        <p:spPr>
          <a:xfrm>
            <a:off x="3848666" y="5469089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76B73C47-AA12-62CC-7B9D-9A48051A6739}"/>
              </a:ext>
            </a:extLst>
          </p:cNvPr>
          <p:cNvCxnSpPr>
            <a:cxnSpLocks/>
          </p:cNvCxnSpPr>
          <p:nvPr/>
        </p:nvCxnSpPr>
        <p:spPr>
          <a:xfrm>
            <a:off x="2194877" y="4184236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3071F290-C671-0128-0D27-BC16029A4272}"/>
              </a:ext>
            </a:extLst>
          </p:cNvPr>
          <p:cNvCxnSpPr>
            <a:cxnSpLocks/>
          </p:cNvCxnSpPr>
          <p:nvPr/>
        </p:nvCxnSpPr>
        <p:spPr>
          <a:xfrm>
            <a:off x="3183033" y="420053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5605C5C3-1ED6-EAA9-A081-589F3604CE62}"/>
              </a:ext>
            </a:extLst>
          </p:cNvPr>
          <p:cNvCxnSpPr>
            <a:cxnSpLocks/>
          </p:cNvCxnSpPr>
          <p:nvPr/>
        </p:nvCxnSpPr>
        <p:spPr>
          <a:xfrm>
            <a:off x="1213554" y="4184237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37E939B-BC2A-79BF-C359-DF51F3AC6295}"/>
              </a:ext>
            </a:extLst>
          </p:cNvPr>
          <p:cNvCxnSpPr>
            <a:cxnSpLocks/>
          </p:cNvCxnSpPr>
          <p:nvPr/>
        </p:nvCxnSpPr>
        <p:spPr>
          <a:xfrm>
            <a:off x="1882827" y="4962989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E1D32DF3-4EE2-D1F4-A2A2-D8BD19D1D6B2}"/>
              </a:ext>
            </a:extLst>
          </p:cNvPr>
          <p:cNvCxnSpPr>
            <a:cxnSpLocks/>
          </p:cNvCxnSpPr>
          <p:nvPr/>
        </p:nvCxnSpPr>
        <p:spPr>
          <a:xfrm>
            <a:off x="1213554" y="4184237"/>
            <a:ext cx="664635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E7AC1CB6-8C1C-BEE9-3FAE-A1BD1B0E84CF}"/>
              </a:ext>
            </a:extLst>
          </p:cNvPr>
          <p:cNvCxnSpPr>
            <a:cxnSpLocks/>
          </p:cNvCxnSpPr>
          <p:nvPr/>
        </p:nvCxnSpPr>
        <p:spPr>
          <a:xfrm>
            <a:off x="2201710" y="420053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32E6737A-F343-8A80-D072-B7B2046803DE}"/>
              </a:ext>
            </a:extLst>
          </p:cNvPr>
          <p:cNvCxnSpPr>
            <a:cxnSpLocks/>
          </p:cNvCxnSpPr>
          <p:nvPr/>
        </p:nvCxnSpPr>
        <p:spPr>
          <a:xfrm>
            <a:off x="2194877" y="4958596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31AC6396-AA82-8076-FB2A-DB283EC7C288}"/>
              </a:ext>
            </a:extLst>
          </p:cNvPr>
          <p:cNvCxnSpPr>
            <a:cxnSpLocks/>
          </p:cNvCxnSpPr>
          <p:nvPr/>
        </p:nvCxnSpPr>
        <p:spPr>
          <a:xfrm>
            <a:off x="2864150" y="5737348"/>
            <a:ext cx="99643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2B7ABBC0-C661-06F2-8C28-47179935EE6C}"/>
              </a:ext>
            </a:extLst>
          </p:cNvPr>
          <p:cNvCxnSpPr>
            <a:cxnSpLocks/>
          </p:cNvCxnSpPr>
          <p:nvPr/>
        </p:nvCxnSpPr>
        <p:spPr>
          <a:xfrm>
            <a:off x="3183033" y="4974891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2DEDF143-B224-D430-06B7-8E025A779821}"/>
              </a:ext>
            </a:extLst>
          </p:cNvPr>
          <p:cNvCxnSpPr>
            <a:cxnSpLocks/>
          </p:cNvCxnSpPr>
          <p:nvPr/>
        </p:nvCxnSpPr>
        <p:spPr>
          <a:xfrm>
            <a:off x="2201710" y="4974892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EA17015D-1D7F-AB86-79F8-3DC8098664EB}"/>
              </a:ext>
            </a:extLst>
          </p:cNvPr>
          <p:cNvCxnSpPr>
            <a:cxnSpLocks/>
          </p:cNvCxnSpPr>
          <p:nvPr/>
        </p:nvCxnSpPr>
        <p:spPr>
          <a:xfrm>
            <a:off x="3183033" y="4965362"/>
            <a:ext cx="988156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3098FB5E-2411-1E51-5D6C-AEBB87CCF716}"/>
              </a:ext>
            </a:extLst>
          </p:cNvPr>
          <p:cNvCxnSpPr>
            <a:cxnSpLocks/>
          </p:cNvCxnSpPr>
          <p:nvPr/>
        </p:nvCxnSpPr>
        <p:spPr>
          <a:xfrm>
            <a:off x="3852306" y="5744114"/>
            <a:ext cx="958681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4A3629B0-953E-3898-2463-83F4CE7DEED5}"/>
              </a:ext>
            </a:extLst>
          </p:cNvPr>
          <p:cNvCxnSpPr>
            <a:cxnSpLocks/>
          </p:cNvCxnSpPr>
          <p:nvPr/>
        </p:nvCxnSpPr>
        <p:spPr>
          <a:xfrm>
            <a:off x="4171189" y="4981657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E23A8E5B-D37C-A20C-0690-4B66FCE6E121}"/>
              </a:ext>
            </a:extLst>
          </p:cNvPr>
          <p:cNvCxnSpPr>
            <a:cxnSpLocks/>
          </p:cNvCxnSpPr>
          <p:nvPr/>
        </p:nvCxnSpPr>
        <p:spPr>
          <a:xfrm>
            <a:off x="3189866" y="4981658"/>
            <a:ext cx="639798" cy="748537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934EA813-8B20-16D6-1CB6-E4028A1C8B03}"/>
              </a:ext>
            </a:extLst>
          </p:cNvPr>
          <p:cNvSpPr/>
          <p:nvPr/>
        </p:nvSpPr>
        <p:spPr>
          <a:xfrm>
            <a:off x="1523101" y="425904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9960E103-BD18-2B09-43C7-7BA9BF1416C3}"/>
              </a:ext>
            </a:extLst>
          </p:cNvPr>
          <p:cNvSpPr/>
          <p:nvPr/>
        </p:nvSpPr>
        <p:spPr>
          <a:xfrm>
            <a:off x="1880733" y="4688725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FCF86B0E-17D1-B492-D681-EC3A22041A68}"/>
              </a:ext>
            </a:extLst>
          </p:cNvPr>
          <p:cNvSpPr/>
          <p:nvPr/>
        </p:nvSpPr>
        <p:spPr>
          <a:xfrm>
            <a:off x="4326948" y="5473902"/>
            <a:ext cx="152400" cy="152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2A8C352-0C02-D1EB-B859-2F6BCE4AC140}"/>
              </a:ext>
            </a:extLst>
          </p:cNvPr>
          <p:cNvCxnSpPr>
            <a:cxnSpLocks/>
          </p:cNvCxnSpPr>
          <p:nvPr/>
        </p:nvCxnSpPr>
        <p:spPr>
          <a:xfrm>
            <a:off x="1543809" y="2491695"/>
            <a:ext cx="0" cy="778753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6872832-49B7-E07F-A9BF-C8F271CCA9E6}"/>
              </a:ext>
            </a:extLst>
          </p:cNvPr>
          <p:cNvCxnSpPr>
            <a:cxnSpLocks/>
          </p:cNvCxnSpPr>
          <p:nvPr/>
        </p:nvCxnSpPr>
        <p:spPr>
          <a:xfrm flipV="1">
            <a:off x="2537288" y="1712943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CE489907-B15B-A4A6-CC1B-A95279D4B757}"/>
              </a:ext>
            </a:extLst>
          </p:cNvPr>
          <p:cNvCxnSpPr>
            <a:cxnSpLocks/>
          </p:cNvCxnSpPr>
          <p:nvPr/>
        </p:nvCxnSpPr>
        <p:spPr>
          <a:xfrm flipV="1">
            <a:off x="2537288" y="2491695"/>
            <a:ext cx="0" cy="778752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35C20DA9-3492-88BE-632E-D9438DAF052E}"/>
              </a:ext>
            </a:extLst>
          </p:cNvPr>
          <p:cNvSpPr/>
          <p:nvPr/>
        </p:nvSpPr>
        <p:spPr>
          <a:xfrm>
            <a:off x="1863896" y="179984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D88A839-9637-16E9-613B-E6C0E11D8643}"/>
              </a:ext>
            </a:extLst>
          </p:cNvPr>
          <p:cNvSpPr/>
          <p:nvPr/>
        </p:nvSpPr>
        <p:spPr>
          <a:xfrm>
            <a:off x="1711496" y="223114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D80840E-41EF-1E2B-2D6E-87389CAD6340}"/>
              </a:ext>
            </a:extLst>
          </p:cNvPr>
          <p:cNvSpPr/>
          <p:nvPr/>
        </p:nvSpPr>
        <p:spPr>
          <a:xfrm>
            <a:off x="2221528" y="222952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EC779C-687A-44B4-34E9-B1D4F34B761B}"/>
              </a:ext>
            </a:extLst>
          </p:cNvPr>
          <p:cNvSpPr/>
          <p:nvPr/>
        </p:nvSpPr>
        <p:spPr>
          <a:xfrm>
            <a:off x="2856688" y="1799848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2698A29A-4CBC-3A8A-5DC8-1E3153E1C214}"/>
              </a:ext>
            </a:extLst>
          </p:cNvPr>
          <p:cNvSpPr/>
          <p:nvPr/>
        </p:nvSpPr>
        <p:spPr>
          <a:xfrm>
            <a:off x="2704288" y="2231140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AFFA6D5-7168-C444-2BAD-2977859ACF13}"/>
              </a:ext>
            </a:extLst>
          </p:cNvPr>
          <p:cNvSpPr/>
          <p:nvPr/>
        </p:nvSpPr>
        <p:spPr>
          <a:xfrm>
            <a:off x="3214320" y="2229528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40AA433-ECE0-C797-D3F9-90602C972063}"/>
              </a:ext>
            </a:extLst>
          </p:cNvPr>
          <p:cNvSpPr/>
          <p:nvPr/>
        </p:nvSpPr>
        <p:spPr>
          <a:xfrm>
            <a:off x="1851980" y="25786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259AD30-CB7F-BA71-5263-30314448FCC7}"/>
              </a:ext>
            </a:extLst>
          </p:cNvPr>
          <p:cNvSpPr/>
          <p:nvPr/>
        </p:nvSpPr>
        <p:spPr>
          <a:xfrm>
            <a:off x="1699580" y="3009892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39C095A8-B472-5187-5152-2D9A305058F4}"/>
              </a:ext>
            </a:extLst>
          </p:cNvPr>
          <p:cNvSpPr/>
          <p:nvPr/>
        </p:nvSpPr>
        <p:spPr>
          <a:xfrm>
            <a:off x="2209612" y="3008280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30179812-959C-38EF-FE07-776C4E209D15}"/>
              </a:ext>
            </a:extLst>
          </p:cNvPr>
          <p:cNvSpPr/>
          <p:nvPr/>
        </p:nvSpPr>
        <p:spPr>
          <a:xfrm>
            <a:off x="2844772" y="25786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A85D0FF8-65FE-1BD8-4032-3756FA017D57}"/>
              </a:ext>
            </a:extLst>
          </p:cNvPr>
          <p:cNvSpPr/>
          <p:nvPr/>
        </p:nvSpPr>
        <p:spPr>
          <a:xfrm>
            <a:off x="2692372" y="3009892"/>
            <a:ext cx="152400" cy="1524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E9054F60-7C90-6F0E-DC2B-1249DB93B5C9}"/>
              </a:ext>
            </a:extLst>
          </p:cNvPr>
          <p:cNvSpPr/>
          <p:nvPr/>
        </p:nvSpPr>
        <p:spPr>
          <a:xfrm>
            <a:off x="3202404" y="3008280"/>
            <a:ext cx="152400" cy="152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5233726-4FA4-6BFB-3C36-8A5EEB606A07}"/>
              </a:ext>
            </a:extLst>
          </p:cNvPr>
          <p:cNvSpPr/>
          <p:nvPr/>
        </p:nvSpPr>
        <p:spPr>
          <a:xfrm>
            <a:off x="4982277" y="3074841"/>
            <a:ext cx="2227443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Niggli reduction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B9C4D7E-C947-D084-8F68-174ED95BEA96}"/>
              </a:ext>
            </a:extLst>
          </p:cNvPr>
          <p:cNvCxnSpPr>
            <a:cxnSpLocks/>
          </p:cNvCxnSpPr>
          <p:nvPr/>
        </p:nvCxnSpPr>
        <p:spPr>
          <a:xfrm>
            <a:off x="3860582" y="2578600"/>
            <a:ext cx="4229318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A03F9AE-139B-9EBD-E4FB-2EAD2B34B179}"/>
              </a:ext>
            </a:extLst>
          </p:cNvPr>
          <p:cNvCxnSpPr>
            <a:cxnSpLocks/>
          </p:cNvCxnSpPr>
          <p:nvPr/>
        </p:nvCxnSpPr>
        <p:spPr>
          <a:xfrm>
            <a:off x="4479348" y="4841125"/>
            <a:ext cx="3610552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A0B6AA8A-D1AF-B82C-399E-ABCB9DF9819E}"/>
              </a:ext>
            </a:extLst>
          </p:cNvPr>
          <p:cNvSpPr/>
          <p:nvPr/>
        </p:nvSpPr>
        <p:spPr>
          <a:xfrm>
            <a:off x="8791608" y="1971767"/>
            <a:ext cx="2319036" cy="349732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Niggli-reduced cell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269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5E465-F839-704F-473E-F2E253B1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83C32462-F94D-B6E7-1537-78A8643E068F}"/>
              </a:ext>
            </a:extLst>
          </p:cNvPr>
          <p:cNvSpPr/>
          <p:nvPr/>
        </p:nvSpPr>
        <p:spPr>
          <a:xfrm>
            <a:off x="2234004" y="0"/>
            <a:ext cx="7723991" cy="44106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Evaluating Reasoning-Path Hidden Space for Crystals (</a:t>
            </a:r>
            <a:r>
              <a:rPr lang="en-US" altLang="zh-CN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Encode→Decode</a:t>
            </a:r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AD8B6F8-0042-E3E2-2497-86AB7A07B0D9}"/>
              </a:ext>
            </a:extLst>
          </p:cNvPr>
          <p:cNvSpPr/>
          <p:nvPr/>
        </p:nvSpPr>
        <p:spPr>
          <a:xfrm>
            <a:off x="2234004" y="1159725"/>
            <a:ext cx="2227443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Chemical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formula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51CBD5C-D0F1-6CDE-D4E0-FB9AFD57F009}"/>
              </a:ext>
            </a:extLst>
          </p:cNvPr>
          <p:cNvCxnSpPr>
            <a:cxnSpLocks/>
          </p:cNvCxnSpPr>
          <p:nvPr/>
        </p:nvCxnSpPr>
        <p:spPr>
          <a:xfrm>
            <a:off x="3392705" y="2570143"/>
            <a:ext cx="0" cy="1999992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6072F902-1A8B-AC95-3877-098938A2DBC7}"/>
              </a:ext>
            </a:extLst>
          </p:cNvPr>
          <p:cNvSpPr/>
          <p:nvPr/>
        </p:nvSpPr>
        <p:spPr>
          <a:xfrm>
            <a:off x="2027986" y="3179321"/>
            <a:ext cx="1258361" cy="63355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829DC74-EA14-4357-CB00-C4EE59BD361D}"/>
              </a:ext>
            </a:extLst>
          </p:cNvPr>
          <p:cNvSpPr/>
          <p:nvPr/>
        </p:nvSpPr>
        <p:spPr>
          <a:xfrm>
            <a:off x="2234004" y="4683716"/>
            <a:ext cx="2227443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Predicted</a:t>
            </a:r>
            <a:r>
              <a:rPr kumimoji="1"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cell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7F23111-7BAB-235F-BAEB-000CD4070708}"/>
              </a:ext>
            </a:extLst>
          </p:cNvPr>
          <p:cNvSpPr/>
          <p:nvPr/>
        </p:nvSpPr>
        <p:spPr>
          <a:xfrm>
            <a:off x="7730555" y="1159725"/>
            <a:ext cx="2227443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Cell representation in the dataset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A9E8012-BB7C-45CB-6E17-64780CF8B25A}"/>
              </a:ext>
            </a:extLst>
          </p:cNvPr>
          <p:cNvCxnSpPr>
            <a:cxnSpLocks/>
          </p:cNvCxnSpPr>
          <p:nvPr/>
        </p:nvCxnSpPr>
        <p:spPr>
          <a:xfrm>
            <a:off x="8876556" y="2586867"/>
            <a:ext cx="0" cy="1999992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130346B-9E5D-1BE3-B809-74E2D7050C45}"/>
              </a:ext>
            </a:extLst>
          </p:cNvPr>
          <p:cNvSpPr/>
          <p:nvPr/>
        </p:nvSpPr>
        <p:spPr>
          <a:xfrm>
            <a:off x="9003239" y="3178953"/>
            <a:ext cx="1258361" cy="63355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niggli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5BEDAC1-C31E-5724-30FA-92FE43891B5F}"/>
              </a:ext>
            </a:extLst>
          </p:cNvPr>
          <p:cNvSpPr/>
          <p:nvPr/>
        </p:nvSpPr>
        <p:spPr>
          <a:xfrm>
            <a:off x="7730555" y="4683716"/>
            <a:ext cx="2227443" cy="122436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Niggli-reduced cell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578BF1FD-F09D-2110-EC66-426F054CA072}"/>
              </a:ext>
            </a:extLst>
          </p:cNvPr>
          <p:cNvCxnSpPr>
            <a:cxnSpLocks/>
          </p:cNvCxnSpPr>
          <p:nvPr/>
        </p:nvCxnSpPr>
        <p:spPr>
          <a:xfrm flipH="1">
            <a:off x="5079999" y="5295899"/>
            <a:ext cx="2032000" cy="0"/>
          </a:xfrm>
          <a:prstGeom prst="straightConnector1">
            <a:avLst/>
          </a:prstGeom>
          <a:ln w="603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31945FB-1D7A-EEE9-626B-0909DF45ADE4}"/>
              </a:ext>
            </a:extLst>
          </p:cNvPr>
          <p:cNvSpPr/>
          <p:nvPr/>
        </p:nvSpPr>
        <p:spPr>
          <a:xfrm>
            <a:off x="5466818" y="4570135"/>
            <a:ext cx="1258361" cy="63355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MSE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3563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7B6F-D57C-8770-5835-354B3578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21EF5-5F8B-6D58-6A8E-E6AFAC44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Thanks!</a:t>
            </a:r>
            <a:endParaRPr kumimoji="1" lang="zh-CN" altLang="en-US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464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464</Words>
  <Application>Microsoft Macintosh PowerPoint</Application>
  <PresentationFormat>宽屏</PresentationFormat>
  <Paragraphs>130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等线</vt:lpstr>
      <vt:lpstr>等线 Light</vt:lpstr>
      <vt:lpstr>Arial</vt:lpstr>
      <vt:lpstr>Cambria Math</vt:lpstr>
      <vt:lpstr>Office 主题​​</vt:lpstr>
      <vt:lpstr>Zhizheng's experience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Zhizheng Zhao,</dc:creator>
  <cp:lastModifiedBy>Zhizheng Zhao,</cp:lastModifiedBy>
  <cp:revision>11</cp:revision>
  <dcterms:created xsi:type="dcterms:W3CDTF">2025-09-19T06:41:49Z</dcterms:created>
  <dcterms:modified xsi:type="dcterms:W3CDTF">2025-10-21T09:34:32Z</dcterms:modified>
</cp:coreProperties>
</file>